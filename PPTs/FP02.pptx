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8" saveSubsetFonts="1">
  <p:sldMasterIdLst>
    <p:sldMasterId id="2147483660" r:id="rId1"/>
  </p:sldMasterIdLst>
  <p:notesMasterIdLst>
    <p:notesMasterId r:id="rId84"/>
  </p:notesMasterIdLst>
  <p:handoutMasterIdLst>
    <p:handoutMasterId r:id="rId85"/>
  </p:handoutMasterIdLst>
  <p:sldIdLst>
    <p:sldId id="256" r:id="rId2"/>
    <p:sldId id="482" r:id="rId3"/>
    <p:sldId id="483" r:id="rId4"/>
    <p:sldId id="486" r:id="rId5"/>
    <p:sldId id="528" r:id="rId6"/>
    <p:sldId id="360" r:id="rId7"/>
    <p:sldId id="338" r:id="rId8"/>
    <p:sldId id="665" r:id="rId9"/>
    <p:sldId id="258" r:id="rId10"/>
    <p:sldId id="259" r:id="rId11"/>
    <p:sldId id="260" r:id="rId12"/>
    <p:sldId id="272" r:id="rId13"/>
    <p:sldId id="261" r:id="rId14"/>
    <p:sldId id="264" r:id="rId15"/>
    <p:sldId id="262" r:id="rId16"/>
    <p:sldId id="263" r:id="rId17"/>
    <p:sldId id="354" r:id="rId18"/>
    <p:sldId id="478" r:id="rId19"/>
    <p:sldId id="479" r:id="rId20"/>
    <p:sldId id="480" r:id="rId21"/>
    <p:sldId id="481" r:id="rId22"/>
    <p:sldId id="525" r:id="rId23"/>
    <p:sldId id="335" r:id="rId24"/>
    <p:sldId id="613" r:id="rId25"/>
    <p:sldId id="614" r:id="rId26"/>
    <p:sldId id="666" r:id="rId27"/>
    <p:sldId id="615" r:id="rId28"/>
    <p:sldId id="667" r:id="rId29"/>
    <p:sldId id="484" r:id="rId30"/>
    <p:sldId id="617" r:id="rId31"/>
    <p:sldId id="668" r:id="rId32"/>
    <p:sldId id="672" r:id="rId33"/>
    <p:sldId id="669" r:id="rId34"/>
    <p:sldId id="670" r:id="rId35"/>
    <p:sldId id="671" r:id="rId36"/>
    <p:sldId id="526" r:id="rId37"/>
    <p:sldId id="527" r:id="rId38"/>
    <p:sldId id="351" r:id="rId39"/>
    <p:sldId id="353" r:id="rId40"/>
    <p:sldId id="588" r:id="rId41"/>
    <p:sldId id="641" r:id="rId42"/>
    <p:sldId id="642" r:id="rId43"/>
    <p:sldId id="643" r:id="rId44"/>
    <p:sldId id="607" r:id="rId45"/>
    <p:sldId id="608" r:id="rId46"/>
    <p:sldId id="609" r:id="rId47"/>
    <p:sldId id="612" r:id="rId48"/>
    <p:sldId id="619" r:id="rId49"/>
    <p:sldId id="620" r:id="rId50"/>
    <p:sldId id="621" r:id="rId51"/>
    <p:sldId id="623" r:id="rId52"/>
    <p:sldId id="624" r:id="rId53"/>
    <p:sldId id="625" r:id="rId54"/>
    <p:sldId id="626" r:id="rId55"/>
    <p:sldId id="532" r:id="rId56"/>
    <p:sldId id="357" r:id="rId57"/>
    <p:sldId id="364" r:id="rId58"/>
    <p:sldId id="362" r:id="rId59"/>
    <p:sldId id="534" r:id="rId60"/>
    <p:sldId id="363" r:id="rId61"/>
    <p:sldId id="361" r:id="rId62"/>
    <p:sldId id="535" r:id="rId63"/>
    <p:sldId id="368" r:id="rId64"/>
    <p:sldId id="369" r:id="rId65"/>
    <p:sldId id="371" r:id="rId66"/>
    <p:sldId id="373" r:id="rId67"/>
    <p:sldId id="372" r:id="rId68"/>
    <p:sldId id="359" r:id="rId69"/>
    <p:sldId id="591" r:id="rId70"/>
    <p:sldId id="616" r:id="rId71"/>
    <p:sldId id="816" r:id="rId72"/>
    <p:sldId id="644" r:id="rId73"/>
    <p:sldId id="645" r:id="rId74"/>
    <p:sldId id="646" r:id="rId75"/>
    <p:sldId id="796" r:id="rId76"/>
    <p:sldId id="756" r:id="rId77"/>
    <p:sldId id="757" r:id="rId78"/>
    <p:sldId id="814" r:id="rId79"/>
    <p:sldId id="758" r:id="rId80"/>
    <p:sldId id="759" r:id="rId81"/>
    <p:sldId id="815" r:id="rId82"/>
    <p:sldId id="422" r:id="rId83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B0DFA1"/>
    <a:srgbClr val="7E9632"/>
    <a:srgbClr val="CC99FF"/>
    <a:srgbClr val="0037A8"/>
    <a:srgbClr val="003366"/>
    <a:srgbClr val="FF9966"/>
    <a:srgbClr val="FF6699"/>
    <a:srgbClr val="9966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Estilo oscuro 1 - Énfasis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19" autoAdjust="0"/>
    <p:restoredTop sz="67079" autoAdjust="0"/>
  </p:normalViewPr>
  <p:slideViewPr>
    <p:cSldViewPr>
      <p:cViewPr varScale="1">
        <p:scale>
          <a:sx n="76" d="100"/>
          <a:sy n="76" d="100"/>
        </p:scale>
        <p:origin x="412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3372" y="-108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Ángel Campos Méndez" userId="402d5bdf62ce6c12" providerId="LiveId" clId="{FCD8924A-0C4C-408C-A13E-58A678AFCA69}"/>
    <pc:docChg chg="undo custSel modSld">
      <pc:chgData name="Miguel Ángel Campos Méndez" userId="402d5bdf62ce6c12" providerId="LiveId" clId="{FCD8924A-0C4C-408C-A13E-58A678AFCA69}" dt="2021-11-06T13:10:41.089" v="7" actId="729"/>
      <pc:docMkLst>
        <pc:docMk/>
      </pc:docMkLst>
      <pc:sldChg chg="mod modShow modNotesTx">
        <pc:chgData name="Miguel Ángel Campos Méndez" userId="402d5bdf62ce6c12" providerId="LiveId" clId="{FCD8924A-0C4C-408C-A13E-58A678AFCA69}" dt="2021-11-06T13:10:41.089" v="7" actId="729"/>
        <pc:sldMkLst>
          <pc:docMk/>
          <pc:sldMk cId="1383954434" sldId="665"/>
        </pc:sldMkLst>
      </pc:sldChg>
    </pc:docChg>
  </pc:docChgLst>
  <pc:docChgLst>
    <pc:chgData name="Miguel Ángel Campos Méndez" userId="402d5bdf62ce6c12" providerId="LiveId" clId="{5E1F608E-5D1B-468A-8AE0-9C547CF9DE55}"/>
    <pc:docChg chg="undo custSel addSld delSld modSld sldOrd">
      <pc:chgData name="Miguel Ángel Campos Méndez" userId="402d5bdf62ce6c12" providerId="LiveId" clId="{5E1F608E-5D1B-468A-8AE0-9C547CF9DE55}" dt="2020-02-21T12:02:50.891" v="661" actId="20577"/>
      <pc:docMkLst>
        <pc:docMk/>
      </pc:docMkLst>
      <pc:sldChg chg="add">
        <pc:chgData name="Miguel Ángel Campos Méndez" userId="402d5bdf62ce6c12" providerId="LiveId" clId="{5E1F608E-5D1B-468A-8AE0-9C547CF9DE55}" dt="2020-02-21T02:17:33.869" v="186"/>
        <pc:sldMkLst>
          <pc:docMk/>
          <pc:sldMk cId="3245302419" sldId="335"/>
        </pc:sldMkLst>
      </pc:sldChg>
      <pc:sldChg chg="del">
        <pc:chgData name="Miguel Ángel Campos Méndez" userId="402d5bdf62ce6c12" providerId="LiveId" clId="{5E1F608E-5D1B-468A-8AE0-9C547CF9DE55}" dt="2020-02-21T02:04:36.430" v="22" actId="2696"/>
        <pc:sldMkLst>
          <pc:docMk/>
          <pc:sldMk cId="0" sldId="348"/>
        </pc:sldMkLst>
      </pc:sldChg>
      <pc:sldChg chg="del">
        <pc:chgData name="Miguel Ángel Campos Méndez" userId="402d5bdf62ce6c12" providerId="LiveId" clId="{5E1F608E-5D1B-468A-8AE0-9C547CF9DE55}" dt="2020-02-21T02:16:15.219" v="183" actId="2696"/>
        <pc:sldMkLst>
          <pc:docMk/>
          <pc:sldMk cId="0" sldId="349"/>
        </pc:sldMkLst>
      </pc:sldChg>
      <pc:sldChg chg="add">
        <pc:chgData name="Miguel Ángel Campos Méndez" userId="402d5bdf62ce6c12" providerId="LiveId" clId="{5E1F608E-5D1B-468A-8AE0-9C547CF9DE55}" dt="2020-02-21T02:18:06.386" v="191"/>
        <pc:sldMkLst>
          <pc:docMk/>
          <pc:sldMk cId="1392187307" sldId="351"/>
        </pc:sldMkLst>
      </pc:sldChg>
      <pc:sldChg chg="del">
        <pc:chgData name="Miguel Ángel Campos Méndez" userId="402d5bdf62ce6c12" providerId="LiveId" clId="{5E1F608E-5D1B-468A-8AE0-9C547CF9DE55}" dt="2020-02-21T02:08:07.976" v="28" actId="2696"/>
        <pc:sldMkLst>
          <pc:docMk/>
          <pc:sldMk cId="0" sldId="352"/>
        </pc:sldMkLst>
      </pc:sldChg>
      <pc:sldChg chg="add">
        <pc:chgData name="Miguel Ángel Campos Méndez" userId="402d5bdf62ce6c12" providerId="LiveId" clId="{5E1F608E-5D1B-468A-8AE0-9C547CF9DE55}" dt="2020-02-21T02:18:06.386" v="191"/>
        <pc:sldMkLst>
          <pc:docMk/>
          <pc:sldMk cId="91931262" sldId="353"/>
        </pc:sldMkLst>
      </pc:sldChg>
      <pc:sldChg chg="del">
        <pc:chgData name="Miguel Ángel Campos Méndez" userId="402d5bdf62ce6c12" providerId="LiveId" clId="{5E1F608E-5D1B-468A-8AE0-9C547CF9DE55}" dt="2020-02-21T02:04:40.430" v="23" actId="2696"/>
        <pc:sldMkLst>
          <pc:docMk/>
          <pc:sldMk cId="0" sldId="355"/>
        </pc:sldMkLst>
      </pc:sldChg>
      <pc:sldChg chg="modSp">
        <pc:chgData name="Miguel Ángel Campos Méndez" userId="402d5bdf62ce6c12" providerId="LiveId" clId="{5E1F608E-5D1B-468A-8AE0-9C547CF9DE55}" dt="2020-02-21T12:02:50.891" v="661" actId="20577"/>
        <pc:sldMkLst>
          <pc:docMk/>
          <pc:sldMk cId="0" sldId="359"/>
        </pc:sldMkLst>
        <pc:spChg chg="mod">
          <ac:chgData name="Miguel Ángel Campos Méndez" userId="402d5bdf62ce6c12" providerId="LiveId" clId="{5E1F608E-5D1B-468A-8AE0-9C547CF9DE55}" dt="2020-02-21T12:02:50.891" v="661" actId="20577"/>
          <ac:spMkLst>
            <pc:docMk/>
            <pc:sldMk cId="0" sldId="359"/>
            <ac:spMk id="3" creationId="{00000000-0000-0000-0000-000000000000}"/>
          </ac:spMkLst>
        </pc:spChg>
      </pc:sldChg>
      <pc:sldChg chg="add">
        <pc:chgData name="Miguel Ángel Campos Méndez" userId="402d5bdf62ce6c12" providerId="LiveId" clId="{5E1F608E-5D1B-468A-8AE0-9C547CF9DE55}" dt="2020-02-21T02:17:33.869" v="186"/>
        <pc:sldMkLst>
          <pc:docMk/>
          <pc:sldMk cId="2059030320" sldId="525"/>
        </pc:sldMkLst>
      </pc:sldChg>
      <pc:sldChg chg="del">
        <pc:chgData name="Miguel Ángel Campos Méndez" userId="402d5bdf62ce6c12" providerId="LiveId" clId="{5E1F608E-5D1B-468A-8AE0-9C547CF9DE55}" dt="2020-02-21T02:17:55.692" v="187" actId="2696"/>
        <pc:sldMkLst>
          <pc:docMk/>
          <pc:sldMk cId="3777163441" sldId="526"/>
        </pc:sldMkLst>
      </pc:sldChg>
      <pc:sldChg chg="del">
        <pc:chgData name="Miguel Ángel Campos Méndez" userId="402d5bdf62ce6c12" providerId="LiveId" clId="{5E1F608E-5D1B-468A-8AE0-9C547CF9DE55}" dt="2020-02-21T02:17:55.715" v="188" actId="2696"/>
        <pc:sldMkLst>
          <pc:docMk/>
          <pc:sldMk cId="1032722731" sldId="527"/>
        </pc:sldMkLst>
      </pc:sldChg>
      <pc:sldChg chg="del">
        <pc:chgData name="Miguel Ángel Campos Méndez" userId="402d5bdf62ce6c12" providerId="LiveId" clId="{5E1F608E-5D1B-468A-8AE0-9C547CF9DE55}" dt="2020-02-21T02:16:15.098" v="182" actId="2696"/>
        <pc:sldMkLst>
          <pc:docMk/>
          <pc:sldMk cId="0" sldId="530"/>
        </pc:sldMkLst>
      </pc:sldChg>
      <pc:sldChg chg="modSp add">
        <pc:chgData name="Miguel Ángel Campos Méndez" userId="402d5bdf62ce6c12" providerId="LiveId" clId="{5E1F608E-5D1B-468A-8AE0-9C547CF9DE55}" dt="2020-02-21T02:19:10.778" v="206" actId="20577"/>
        <pc:sldMkLst>
          <pc:docMk/>
          <pc:sldMk cId="610316877" sldId="591"/>
        </pc:sldMkLst>
        <pc:spChg chg="mod">
          <ac:chgData name="Miguel Ángel Campos Méndez" userId="402d5bdf62ce6c12" providerId="LiveId" clId="{5E1F608E-5D1B-468A-8AE0-9C547CF9DE55}" dt="2020-02-21T02:19:10.778" v="206" actId="20577"/>
          <ac:spMkLst>
            <pc:docMk/>
            <pc:sldMk cId="610316877" sldId="591"/>
            <ac:spMk id="3" creationId="{02A4B4A2-B177-4453-9890-300A12A405AD}"/>
          </ac:spMkLst>
        </pc:spChg>
      </pc:sldChg>
      <pc:sldChg chg="modSp modAnim">
        <pc:chgData name="Miguel Ángel Campos Méndez" userId="402d5bdf62ce6c12" providerId="LiveId" clId="{5E1F608E-5D1B-468A-8AE0-9C547CF9DE55}" dt="2020-02-21T02:09:24.989" v="29" actId="20577"/>
        <pc:sldMkLst>
          <pc:docMk/>
          <pc:sldMk cId="0" sldId="614"/>
        </pc:sldMkLst>
        <pc:spChg chg="mod">
          <ac:chgData name="Miguel Ángel Campos Méndez" userId="402d5bdf62ce6c12" providerId="LiveId" clId="{5E1F608E-5D1B-468A-8AE0-9C547CF9DE55}" dt="2020-02-21T02:09:24.989" v="29" actId="20577"/>
          <ac:spMkLst>
            <pc:docMk/>
            <pc:sldMk cId="0" sldId="614"/>
            <ac:spMk id="3" creationId="{00000000-0000-0000-0000-000000000000}"/>
          </ac:spMkLst>
        </pc:spChg>
      </pc:sldChg>
      <pc:sldChg chg="delSp modSp ord delAnim modAnim">
        <pc:chgData name="Miguel Ángel Campos Méndez" userId="402d5bdf62ce6c12" providerId="LiveId" clId="{5E1F608E-5D1B-468A-8AE0-9C547CF9DE55}" dt="2020-02-21T02:15:46.688" v="181" actId="20577"/>
        <pc:sldMkLst>
          <pc:docMk/>
          <pc:sldMk cId="0" sldId="615"/>
        </pc:sldMkLst>
        <pc:spChg chg="mod">
          <ac:chgData name="Miguel Ángel Campos Méndez" userId="402d5bdf62ce6c12" providerId="LiveId" clId="{5E1F608E-5D1B-468A-8AE0-9C547CF9DE55}" dt="2020-02-21T02:12:55.762" v="34"/>
          <ac:spMkLst>
            <pc:docMk/>
            <pc:sldMk cId="0" sldId="615"/>
            <ac:spMk id="2" creationId="{00000000-0000-0000-0000-000000000000}"/>
          </ac:spMkLst>
        </pc:spChg>
        <pc:spChg chg="mod">
          <ac:chgData name="Miguel Ángel Campos Méndez" userId="402d5bdf62ce6c12" providerId="LiveId" clId="{5E1F608E-5D1B-468A-8AE0-9C547CF9DE55}" dt="2020-02-21T02:15:46.688" v="181" actId="20577"/>
          <ac:spMkLst>
            <pc:docMk/>
            <pc:sldMk cId="0" sldId="615"/>
            <ac:spMk id="3" creationId="{00000000-0000-0000-0000-000000000000}"/>
          </ac:spMkLst>
        </pc:spChg>
        <pc:spChg chg="del">
          <ac:chgData name="Miguel Ángel Campos Méndez" userId="402d5bdf62ce6c12" providerId="LiveId" clId="{5E1F608E-5D1B-468A-8AE0-9C547CF9DE55}" dt="2020-02-21T02:13:15.408" v="37" actId="478"/>
          <ac:spMkLst>
            <pc:docMk/>
            <pc:sldMk cId="0" sldId="615"/>
            <ac:spMk id="7" creationId="{00000000-0000-0000-0000-000000000000}"/>
          </ac:spMkLst>
        </pc:spChg>
        <pc:graphicFrameChg chg="del">
          <ac:chgData name="Miguel Ángel Campos Méndez" userId="402d5bdf62ce6c12" providerId="LiveId" clId="{5E1F608E-5D1B-468A-8AE0-9C547CF9DE55}" dt="2020-02-21T02:13:13.458" v="36" actId="478"/>
          <ac:graphicFrameMkLst>
            <pc:docMk/>
            <pc:sldMk cId="0" sldId="615"/>
            <ac:graphicFrameMk id="6" creationId="{00000000-0000-0000-0000-000000000000}"/>
          </ac:graphicFrameMkLst>
        </pc:graphicFrameChg>
      </pc:sldChg>
      <pc:sldChg chg="modSp add del">
        <pc:chgData name="Miguel Ángel Campos Méndez" userId="402d5bdf62ce6c12" providerId="LiveId" clId="{5E1F608E-5D1B-468A-8AE0-9C547CF9DE55}" dt="2020-02-21T07:02:10.042" v="539" actId="20577"/>
        <pc:sldMkLst>
          <pc:docMk/>
          <pc:sldMk cId="768830802" sldId="616"/>
        </pc:sldMkLst>
        <pc:spChg chg="mod">
          <ac:chgData name="Miguel Ángel Campos Méndez" userId="402d5bdf62ce6c12" providerId="LiveId" clId="{5E1F608E-5D1B-468A-8AE0-9C547CF9DE55}" dt="2020-02-21T02:19:19.475" v="230" actId="20577"/>
          <ac:spMkLst>
            <pc:docMk/>
            <pc:sldMk cId="768830802" sldId="616"/>
            <ac:spMk id="3" creationId="{5C2B9E87-8B13-47E9-8006-23EA2F84AD8C}"/>
          </ac:spMkLst>
        </pc:spChg>
        <pc:spChg chg="mod">
          <ac:chgData name="Miguel Ángel Campos Méndez" userId="402d5bdf62ce6c12" providerId="LiveId" clId="{5E1F608E-5D1B-468A-8AE0-9C547CF9DE55}" dt="2020-02-21T07:02:10.042" v="539" actId="20577"/>
          <ac:spMkLst>
            <pc:docMk/>
            <pc:sldMk cId="768830802" sldId="616"/>
            <ac:spMk id="4" creationId="{DE012841-5AD0-4B7A-95DF-38D46022562A}"/>
          </ac:spMkLst>
        </pc:spChg>
      </pc:sldChg>
      <pc:sldChg chg="ord">
        <pc:chgData name="Miguel Ángel Campos Méndez" userId="402d5bdf62ce6c12" providerId="LiveId" clId="{5E1F608E-5D1B-468A-8AE0-9C547CF9DE55}" dt="2020-02-21T02:11:32.374" v="31"/>
        <pc:sldMkLst>
          <pc:docMk/>
          <pc:sldMk cId="0" sldId="617"/>
        </pc:sldMkLst>
      </pc:sldChg>
      <pc:sldChg chg="modSp del modAnim">
        <pc:chgData name="Miguel Ángel Campos Méndez" userId="402d5bdf62ce6c12" providerId="LiveId" clId="{5E1F608E-5D1B-468A-8AE0-9C547CF9DE55}" dt="2020-02-21T02:12:10.284" v="32" actId="2696"/>
        <pc:sldMkLst>
          <pc:docMk/>
          <pc:sldMk cId="0" sldId="618"/>
        </pc:sldMkLst>
        <pc:spChg chg="mod">
          <ac:chgData name="Miguel Ángel Campos Méndez" userId="402d5bdf62ce6c12" providerId="LiveId" clId="{5E1F608E-5D1B-468A-8AE0-9C547CF9DE55}" dt="2020-02-21T02:02:18.339" v="18" actId="20577"/>
          <ac:spMkLst>
            <pc:docMk/>
            <pc:sldMk cId="0" sldId="618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5E1F608E-5D1B-468A-8AE0-9C547CF9DE55}" dt="2020-02-21T02:34:57.991" v="382" actId="2696"/>
        <pc:sldMkLst>
          <pc:docMk/>
          <pc:sldMk cId="3987978998" sldId="644"/>
        </pc:sldMkLst>
      </pc:sldChg>
      <pc:sldChg chg="del">
        <pc:chgData name="Miguel Ángel Campos Méndez" userId="402d5bdf62ce6c12" providerId="LiveId" clId="{5E1F608E-5D1B-468A-8AE0-9C547CF9DE55}" dt="2020-02-21T02:34:58.031" v="383" actId="2696"/>
        <pc:sldMkLst>
          <pc:docMk/>
          <pc:sldMk cId="807254228" sldId="645"/>
        </pc:sldMkLst>
      </pc:sldChg>
      <pc:sldChg chg="del">
        <pc:chgData name="Miguel Ángel Campos Méndez" userId="402d5bdf62ce6c12" providerId="LiveId" clId="{5E1F608E-5D1B-468A-8AE0-9C547CF9DE55}" dt="2020-02-21T02:34:58.047" v="384" actId="2696"/>
        <pc:sldMkLst>
          <pc:docMk/>
          <pc:sldMk cId="845860020" sldId="646"/>
        </pc:sldMkLst>
      </pc:sldChg>
      <pc:sldChg chg="del">
        <pc:chgData name="Miguel Ángel Campos Méndez" userId="402d5bdf62ce6c12" providerId="LiveId" clId="{5E1F608E-5D1B-468A-8AE0-9C547CF9DE55}" dt="2020-02-21T02:08:01.987" v="27" actId="2696"/>
        <pc:sldMkLst>
          <pc:docMk/>
          <pc:sldMk cId="0" sldId="648"/>
        </pc:sldMkLst>
      </pc:sldChg>
      <pc:sldChg chg="del">
        <pc:chgData name="Miguel Ángel Campos Méndez" userId="402d5bdf62ce6c12" providerId="LiveId" clId="{5E1F608E-5D1B-468A-8AE0-9C547CF9DE55}" dt="2020-02-21T02:08:00.954" v="26" actId="2696"/>
        <pc:sldMkLst>
          <pc:docMk/>
          <pc:sldMk cId="0" sldId="649"/>
        </pc:sldMkLst>
      </pc:sldChg>
      <pc:sldChg chg="del">
        <pc:chgData name="Miguel Ángel Campos Méndez" userId="402d5bdf62ce6c12" providerId="LiveId" clId="{5E1F608E-5D1B-468A-8AE0-9C547CF9DE55}" dt="2020-02-21T02:00:06.519" v="14" actId="2696"/>
        <pc:sldMkLst>
          <pc:docMk/>
          <pc:sldMk cId="0" sldId="650"/>
        </pc:sldMkLst>
      </pc:sldChg>
      <pc:sldChg chg="del">
        <pc:chgData name="Miguel Ángel Campos Méndez" userId="402d5bdf62ce6c12" providerId="LiveId" clId="{5E1F608E-5D1B-468A-8AE0-9C547CF9DE55}" dt="2020-02-21T02:00:06.613" v="15" actId="2696"/>
        <pc:sldMkLst>
          <pc:docMk/>
          <pc:sldMk cId="0" sldId="651"/>
        </pc:sldMkLst>
      </pc:sldChg>
      <pc:sldChg chg="del">
        <pc:chgData name="Miguel Ángel Campos Méndez" userId="402d5bdf62ce6c12" providerId="LiveId" clId="{5E1F608E-5D1B-468A-8AE0-9C547CF9DE55}" dt="2020-02-21T02:00:06.676" v="16" actId="2696"/>
        <pc:sldMkLst>
          <pc:docMk/>
          <pc:sldMk cId="0" sldId="652"/>
        </pc:sldMkLst>
      </pc:sldChg>
      <pc:sldChg chg="del">
        <pc:chgData name="Miguel Ángel Campos Méndez" userId="402d5bdf62ce6c12" providerId="LiveId" clId="{5E1F608E-5D1B-468A-8AE0-9C547CF9DE55}" dt="2020-02-20T19:50:57.333" v="0" actId="2696"/>
        <pc:sldMkLst>
          <pc:docMk/>
          <pc:sldMk cId="0" sldId="653"/>
        </pc:sldMkLst>
      </pc:sldChg>
      <pc:sldChg chg="del">
        <pc:chgData name="Miguel Ángel Campos Méndez" userId="402d5bdf62ce6c12" providerId="LiveId" clId="{5E1F608E-5D1B-468A-8AE0-9C547CF9DE55}" dt="2020-02-20T19:50:57.396" v="1" actId="2696"/>
        <pc:sldMkLst>
          <pc:docMk/>
          <pc:sldMk cId="0" sldId="654"/>
        </pc:sldMkLst>
      </pc:sldChg>
      <pc:sldChg chg="del">
        <pc:chgData name="Miguel Ángel Campos Méndez" userId="402d5bdf62ce6c12" providerId="LiveId" clId="{5E1F608E-5D1B-468A-8AE0-9C547CF9DE55}" dt="2020-02-20T19:50:57.646" v="2" actId="2696"/>
        <pc:sldMkLst>
          <pc:docMk/>
          <pc:sldMk cId="0" sldId="655"/>
        </pc:sldMkLst>
      </pc:sldChg>
      <pc:sldChg chg="del">
        <pc:chgData name="Miguel Ángel Campos Méndez" userId="402d5bdf62ce6c12" providerId="LiveId" clId="{5E1F608E-5D1B-468A-8AE0-9C547CF9DE55}" dt="2020-02-20T19:50:57.693" v="3" actId="2696"/>
        <pc:sldMkLst>
          <pc:docMk/>
          <pc:sldMk cId="0" sldId="656"/>
        </pc:sldMkLst>
      </pc:sldChg>
      <pc:sldChg chg="del">
        <pc:chgData name="Miguel Ángel Campos Méndez" userId="402d5bdf62ce6c12" providerId="LiveId" clId="{5E1F608E-5D1B-468A-8AE0-9C547CF9DE55}" dt="2020-02-20T19:50:57.724" v="4" actId="2696"/>
        <pc:sldMkLst>
          <pc:docMk/>
          <pc:sldMk cId="0" sldId="657"/>
        </pc:sldMkLst>
      </pc:sldChg>
      <pc:sldChg chg="del">
        <pc:chgData name="Miguel Ángel Campos Méndez" userId="402d5bdf62ce6c12" providerId="LiveId" clId="{5E1F608E-5D1B-468A-8AE0-9C547CF9DE55}" dt="2020-02-20T19:50:57.755" v="5" actId="2696"/>
        <pc:sldMkLst>
          <pc:docMk/>
          <pc:sldMk cId="0" sldId="658"/>
        </pc:sldMkLst>
      </pc:sldChg>
      <pc:sldChg chg="del">
        <pc:chgData name="Miguel Ángel Campos Méndez" userId="402d5bdf62ce6c12" providerId="LiveId" clId="{5E1F608E-5D1B-468A-8AE0-9C547CF9DE55}" dt="2020-02-20T19:50:57.771" v="6" actId="2696"/>
        <pc:sldMkLst>
          <pc:docMk/>
          <pc:sldMk cId="0" sldId="662"/>
        </pc:sldMkLst>
      </pc:sldChg>
      <pc:sldChg chg="modTransition">
        <pc:chgData name="Miguel Ángel Campos Méndez" userId="402d5bdf62ce6c12" providerId="LiveId" clId="{5E1F608E-5D1B-468A-8AE0-9C547CF9DE55}" dt="2020-02-21T01:50:06.287" v="8"/>
        <pc:sldMkLst>
          <pc:docMk/>
          <pc:sldMk cId="1383954434" sldId="665"/>
        </pc:sldMkLst>
      </pc:sldChg>
      <pc:sldChg chg="add">
        <pc:chgData name="Miguel Ángel Campos Méndez" userId="402d5bdf62ce6c12" providerId="LiveId" clId="{5E1F608E-5D1B-468A-8AE0-9C547CF9DE55}" dt="2020-02-21T01:57:02.429" v="9"/>
        <pc:sldMkLst>
          <pc:docMk/>
          <pc:sldMk cId="734506451" sldId="666"/>
        </pc:sldMkLst>
      </pc:sldChg>
      <pc:sldChg chg="add">
        <pc:chgData name="Miguel Ángel Campos Méndez" userId="402d5bdf62ce6c12" providerId="LiveId" clId="{5E1F608E-5D1B-468A-8AE0-9C547CF9DE55}" dt="2020-02-21T01:57:48.086" v="10"/>
        <pc:sldMkLst>
          <pc:docMk/>
          <pc:sldMk cId="197184372" sldId="667"/>
        </pc:sldMkLst>
      </pc:sldChg>
      <pc:sldChg chg="add">
        <pc:chgData name="Miguel Ángel Campos Méndez" userId="402d5bdf62ce6c12" providerId="LiveId" clId="{5E1F608E-5D1B-468A-8AE0-9C547CF9DE55}" dt="2020-02-21T01:58:35.007" v="11"/>
        <pc:sldMkLst>
          <pc:docMk/>
          <pc:sldMk cId="827981601" sldId="668"/>
        </pc:sldMkLst>
      </pc:sldChg>
      <pc:sldChg chg="add">
        <pc:chgData name="Miguel Ángel Campos Méndez" userId="402d5bdf62ce6c12" providerId="LiveId" clId="{5E1F608E-5D1B-468A-8AE0-9C547CF9DE55}" dt="2020-02-21T01:59:41.280" v="12"/>
        <pc:sldMkLst>
          <pc:docMk/>
          <pc:sldMk cId="1370726315" sldId="669"/>
        </pc:sldMkLst>
      </pc:sldChg>
      <pc:sldChg chg="add">
        <pc:chgData name="Miguel Ángel Campos Méndez" userId="402d5bdf62ce6c12" providerId="LiveId" clId="{5E1F608E-5D1B-468A-8AE0-9C547CF9DE55}" dt="2020-02-21T01:59:53.840" v="13"/>
        <pc:sldMkLst>
          <pc:docMk/>
          <pc:sldMk cId="48693710" sldId="670"/>
        </pc:sldMkLst>
      </pc:sldChg>
      <pc:sldChg chg="add">
        <pc:chgData name="Miguel Ángel Campos Méndez" userId="402d5bdf62ce6c12" providerId="LiveId" clId="{5E1F608E-5D1B-468A-8AE0-9C547CF9DE55}" dt="2020-02-21T01:59:53.840" v="13"/>
        <pc:sldMkLst>
          <pc:docMk/>
          <pc:sldMk cId="4211260277" sldId="671"/>
        </pc:sldMkLst>
      </pc:sldChg>
      <pc:sldChg chg="add ord">
        <pc:chgData name="Miguel Ángel Campos Méndez" userId="402d5bdf62ce6c12" providerId="LiveId" clId="{5E1F608E-5D1B-468A-8AE0-9C547CF9DE55}" dt="2020-02-21T02:07:34.784" v="25"/>
        <pc:sldMkLst>
          <pc:docMk/>
          <pc:sldMk cId="3261699301" sldId="672"/>
        </pc:sldMkLst>
      </pc:sldChg>
      <pc:sldChg chg="add">
        <pc:chgData name="Miguel Ángel Campos Méndez" userId="402d5bdf62ce6c12" providerId="LiveId" clId="{5E1F608E-5D1B-468A-8AE0-9C547CF9DE55}" dt="2020-02-21T02:34:48.597" v="381"/>
        <pc:sldMkLst>
          <pc:docMk/>
          <pc:sldMk cId="0" sldId="756"/>
        </pc:sldMkLst>
      </pc:sldChg>
      <pc:sldChg chg="add">
        <pc:chgData name="Miguel Ángel Campos Méndez" userId="402d5bdf62ce6c12" providerId="LiveId" clId="{5E1F608E-5D1B-468A-8AE0-9C547CF9DE55}" dt="2020-02-21T02:34:48.597" v="381"/>
        <pc:sldMkLst>
          <pc:docMk/>
          <pc:sldMk cId="0" sldId="757"/>
        </pc:sldMkLst>
      </pc:sldChg>
      <pc:sldChg chg="add">
        <pc:chgData name="Miguel Ángel Campos Méndez" userId="402d5bdf62ce6c12" providerId="LiveId" clId="{5E1F608E-5D1B-468A-8AE0-9C547CF9DE55}" dt="2020-02-21T02:34:48.597" v="381"/>
        <pc:sldMkLst>
          <pc:docMk/>
          <pc:sldMk cId="0" sldId="758"/>
        </pc:sldMkLst>
      </pc:sldChg>
      <pc:sldChg chg="add">
        <pc:chgData name="Miguel Ángel Campos Méndez" userId="402d5bdf62ce6c12" providerId="LiveId" clId="{5E1F608E-5D1B-468A-8AE0-9C547CF9DE55}" dt="2020-02-21T02:34:48.597" v="381"/>
        <pc:sldMkLst>
          <pc:docMk/>
          <pc:sldMk cId="0" sldId="759"/>
        </pc:sldMkLst>
      </pc:sldChg>
      <pc:sldChg chg="add">
        <pc:chgData name="Miguel Ángel Campos Méndez" userId="402d5bdf62ce6c12" providerId="LiveId" clId="{5E1F608E-5D1B-468A-8AE0-9C547CF9DE55}" dt="2020-02-21T02:34:48.597" v="381"/>
        <pc:sldMkLst>
          <pc:docMk/>
          <pc:sldMk cId="0" sldId="796"/>
        </pc:sldMkLst>
      </pc:sldChg>
      <pc:sldChg chg="add">
        <pc:chgData name="Miguel Ángel Campos Méndez" userId="402d5bdf62ce6c12" providerId="LiveId" clId="{5E1F608E-5D1B-468A-8AE0-9C547CF9DE55}" dt="2020-02-21T02:34:48.597" v="381"/>
        <pc:sldMkLst>
          <pc:docMk/>
          <pc:sldMk cId="0" sldId="814"/>
        </pc:sldMkLst>
      </pc:sldChg>
      <pc:sldChg chg="add">
        <pc:chgData name="Miguel Ángel Campos Méndez" userId="402d5bdf62ce6c12" providerId="LiveId" clId="{5E1F608E-5D1B-468A-8AE0-9C547CF9DE55}" dt="2020-02-21T02:34:48.597" v="381"/>
        <pc:sldMkLst>
          <pc:docMk/>
          <pc:sldMk cId="2926833040" sldId="815"/>
        </pc:sldMkLst>
      </pc:sldChg>
      <pc:sldChg chg="modSp add modAnim">
        <pc:chgData name="Miguel Ángel Campos Méndez" userId="402d5bdf62ce6c12" providerId="LiveId" clId="{5E1F608E-5D1B-468A-8AE0-9C547CF9DE55}" dt="2020-02-21T07:05:36.883" v="652"/>
        <pc:sldMkLst>
          <pc:docMk/>
          <pc:sldMk cId="4027872818" sldId="816"/>
        </pc:sldMkLst>
        <pc:spChg chg="mod">
          <ac:chgData name="Miguel Ángel Campos Méndez" userId="402d5bdf62ce6c12" providerId="LiveId" clId="{5E1F608E-5D1B-468A-8AE0-9C547CF9DE55}" dt="2020-02-21T07:05:23.702" v="651" actId="20577"/>
          <ac:spMkLst>
            <pc:docMk/>
            <pc:sldMk cId="4027872818" sldId="816"/>
            <ac:spMk id="4" creationId="{DE012841-5AD0-4B7A-95DF-38D46022562A}"/>
          </ac:spMkLst>
        </pc:spChg>
      </pc:sldChg>
    </pc:docChg>
  </pc:docChgLst>
  <pc:docChgLst>
    <pc:chgData name="Miguel Ángel Campos Méndez" userId="402d5bdf62ce6c12" providerId="LiveId" clId="{D6337B6A-DBF8-4ACE-B096-F608F98E8644}"/>
    <pc:docChg chg="addSld modSld sldOrd">
      <pc:chgData name="Miguel Ángel Campos Méndez" userId="402d5bdf62ce6c12" providerId="LiveId" clId="{D6337B6A-DBF8-4ACE-B096-F608F98E8644}" dt="2021-03-28T17:46:51.762" v="42" actId="6549"/>
      <pc:docMkLst>
        <pc:docMk/>
      </pc:docMkLst>
      <pc:sldChg chg="modSp mod">
        <pc:chgData name="Miguel Ángel Campos Méndez" userId="402d5bdf62ce6c12" providerId="LiveId" clId="{D6337B6A-DBF8-4ACE-B096-F608F98E8644}" dt="2021-03-28T17:32:41.981" v="41" actId="1076"/>
        <pc:sldMkLst>
          <pc:docMk/>
          <pc:sldMk cId="3245302419" sldId="335"/>
        </pc:sldMkLst>
        <pc:spChg chg="mod">
          <ac:chgData name="Miguel Ángel Campos Méndez" userId="402d5bdf62ce6c12" providerId="LiveId" clId="{D6337B6A-DBF8-4ACE-B096-F608F98E8644}" dt="2021-03-28T17:32:41.981" v="41" actId="1076"/>
          <ac:spMkLst>
            <pc:docMk/>
            <pc:sldMk cId="3245302419" sldId="335"/>
            <ac:spMk id="9" creationId="{00000000-0000-0000-0000-000000000000}"/>
          </ac:spMkLst>
        </pc:spChg>
      </pc:sldChg>
      <pc:sldChg chg="mod ord modShow">
        <pc:chgData name="Miguel Ángel Campos Méndez" userId="402d5bdf62ce6c12" providerId="LiveId" clId="{D6337B6A-DBF8-4ACE-B096-F608F98E8644}" dt="2021-03-26T10:02:32.392" v="18"/>
        <pc:sldMkLst>
          <pc:docMk/>
          <pc:sldMk cId="91931262" sldId="353"/>
        </pc:sldMkLst>
      </pc:sldChg>
      <pc:sldChg chg="modSp add mod">
        <pc:chgData name="Miguel Ángel Campos Méndez" userId="402d5bdf62ce6c12" providerId="LiveId" clId="{D6337B6A-DBF8-4ACE-B096-F608F98E8644}" dt="2021-03-26T10:02:27.470" v="16" actId="20577"/>
        <pc:sldMkLst>
          <pc:docMk/>
          <pc:sldMk cId="448950290" sldId="588"/>
        </pc:sldMkLst>
        <pc:spChg chg="mod">
          <ac:chgData name="Miguel Ángel Campos Méndez" userId="402d5bdf62ce6c12" providerId="LiveId" clId="{D6337B6A-DBF8-4ACE-B096-F608F98E8644}" dt="2021-03-26T10:02:27.470" v="16" actId="20577"/>
          <ac:spMkLst>
            <pc:docMk/>
            <pc:sldMk cId="448950290" sldId="588"/>
            <ac:spMk id="3" creationId="{02A4B4A2-B177-4453-9890-300A12A405AD}"/>
          </ac:spMkLst>
        </pc:spChg>
      </pc:sldChg>
      <pc:sldChg chg="modNotesTx">
        <pc:chgData name="Miguel Ángel Campos Méndez" userId="402d5bdf62ce6c12" providerId="LiveId" clId="{D6337B6A-DBF8-4ACE-B096-F608F98E8644}" dt="2021-03-28T17:46:51.762" v="42" actId="6549"/>
        <pc:sldMkLst>
          <pc:docMk/>
          <pc:sldMk cId="610316877" sldId="591"/>
        </pc:sldMkLst>
      </pc:sldChg>
    </pc:docChg>
  </pc:docChgLst>
  <pc:docChgLst>
    <pc:chgData name="Miguel Ángel Campos Méndez" userId="402d5bdf62ce6c12" providerId="LiveId" clId="{191A8FCD-9BE1-4BA2-B493-350592633275}"/>
    <pc:docChg chg="undo custSel addSld delSld modSld sldOrd">
      <pc:chgData name="Miguel Ángel Campos Méndez" userId="402d5bdf62ce6c12" providerId="LiveId" clId="{191A8FCD-9BE1-4BA2-B493-350592633275}" dt="2020-02-19T19:39:49.946" v="335" actId="2696"/>
      <pc:docMkLst>
        <pc:docMk/>
      </pc:docMkLst>
      <pc:sldChg chg="modSp">
        <pc:chgData name="Miguel Ángel Campos Méndez" userId="402d5bdf62ce6c12" providerId="LiveId" clId="{191A8FCD-9BE1-4BA2-B493-350592633275}" dt="2020-02-19T18:57:43.439" v="215" actId="20577"/>
        <pc:sldMkLst>
          <pc:docMk/>
          <pc:sldMk cId="0" sldId="256"/>
        </pc:sldMkLst>
        <pc:spChg chg="mod">
          <ac:chgData name="Miguel Ángel Campos Méndez" userId="402d5bdf62ce6c12" providerId="LiveId" clId="{191A8FCD-9BE1-4BA2-B493-350592633275}" dt="2020-02-19T18:57:43.439" v="215" actId="20577"/>
          <ac:spMkLst>
            <pc:docMk/>
            <pc:sldMk cId="0" sldId="256"/>
            <ac:spMk id="14" creationId="{00000000-0000-0000-0000-000000000000}"/>
          </ac:spMkLst>
        </pc:spChg>
      </pc:sldChg>
      <pc:sldChg chg="add">
        <pc:chgData name="Miguel Ángel Campos Méndez" userId="402d5bdf62ce6c12" providerId="LiveId" clId="{191A8FCD-9BE1-4BA2-B493-350592633275}" dt="2020-02-19T19:08:09.035" v="225"/>
        <pc:sldMkLst>
          <pc:docMk/>
          <pc:sldMk cId="2428709922" sldId="258"/>
        </pc:sldMkLst>
      </pc:sldChg>
      <pc:sldChg chg="add">
        <pc:chgData name="Miguel Ángel Campos Méndez" userId="402d5bdf62ce6c12" providerId="LiveId" clId="{191A8FCD-9BE1-4BA2-B493-350592633275}" dt="2020-02-19T19:08:09.035" v="225"/>
        <pc:sldMkLst>
          <pc:docMk/>
          <pc:sldMk cId="1491117826" sldId="259"/>
        </pc:sldMkLst>
      </pc:sldChg>
      <pc:sldChg chg="add">
        <pc:chgData name="Miguel Ángel Campos Méndez" userId="402d5bdf62ce6c12" providerId="LiveId" clId="{191A8FCD-9BE1-4BA2-B493-350592633275}" dt="2020-02-19T19:08:09.035" v="225"/>
        <pc:sldMkLst>
          <pc:docMk/>
          <pc:sldMk cId="1062809540" sldId="260"/>
        </pc:sldMkLst>
      </pc:sldChg>
      <pc:sldChg chg="add del">
        <pc:chgData name="Miguel Ángel Campos Méndez" userId="402d5bdf62ce6c12" providerId="LiveId" clId="{191A8FCD-9BE1-4BA2-B493-350592633275}" dt="2020-02-19T19:08:01.500" v="224" actId="2696"/>
        <pc:sldMkLst>
          <pc:docMk/>
          <pc:sldMk cId="1503469356" sldId="261"/>
        </pc:sldMkLst>
      </pc:sldChg>
      <pc:sldChg chg="modSp add del">
        <pc:chgData name="Miguel Ángel Campos Méndez" userId="402d5bdf62ce6c12" providerId="LiveId" clId="{191A8FCD-9BE1-4BA2-B493-350592633275}" dt="2020-02-19T19:08:01.500" v="224" actId="2696"/>
        <pc:sldMkLst>
          <pc:docMk/>
          <pc:sldMk cId="517731751" sldId="262"/>
        </pc:sldMkLst>
        <pc:spChg chg="mod">
          <ac:chgData name="Miguel Ángel Campos Méndez" userId="402d5bdf62ce6c12" providerId="LiveId" clId="{191A8FCD-9BE1-4BA2-B493-350592633275}" dt="2020-02-19T18:54:54.904" v="209" actId="27636"/>
          <ac:spMkLst>
            <pc:docMk/>
            <pc:sldMk cId="517731751" sldId="262"/>
            <ac:spMk id="3" creationId="{00000000-0000-0000-0000-000000000000}"/>
          </ac:spMkLst>
        </pc:spChg>
      </pc:sldChg>
      <pc:sldChg chg="add del">
        <pc:chgData name="Miguel Ángel Campos Méndez" userId="402d5bdf62ce6c12" providerId="LiveId" clId="{191A8FCD-9BE1-4BA2-B493-350592633275}" dt="2020-02-19T19:08:01.500" v="224" actId="2696"/>
        <pc:sldMkLst>
          <pc:docMk/>
          <pc:sldMk cId="1305785421" sldId="263"/>
        </pc:sldMkLst>
      </pc:sldChg>
      <pc:sldChg chg="add">
        <pc:chgData name="Miguel Ángel Campos Méndez" userId="402d5bdf62ce6c12" providerId="LiveId" clId="{191A8FCD-9BE1-4BA2-B493-350592633275}" dt="2020-02-19T19:08:09.035" v="225"/>
        <pc:sldMkLst>
          <pc:docMk/>
          <pc:sldMk cId="245252769" sldId="264"/>
        </pc:sldMkLst>
      </pc:sldChg>
      <pc:sldChg chg="add">
        <pc:chgData name="Miguel Ángel Campos Méndez" userId="402d5bdf62ce6c12" providerId="LiveId" clId="{191A8FCD-9BE1-4BA2-B493-350592633275}" dt="2020-02-19T19:08:09.035" v="225"/>
        <pc:sldMkLst>
          <pc:docMk/>
          <pc:sldMk cId="3578574002" sldId="272"/>
        </pc:sldMkLst>
      </pc:sldChg>
      <pc:sldChg chg="del">
        <pc:chgData name="Miguel Ángel Campos Méndez" userId="402d5bdf62ce6c12" providerId="LiveId" clId="{191A8FCD-9BE1-4BA2-B493-350592633275}" dt="2020-02-18T19:22:04.995" v="28" actId="2696"/>
        <pc:sldMkLst>
          <pc:docMk/>
          <pc:sldMk cId="0" sldId="325"/>
        </pc:sldMkLst>
      </pc:sldChg>
      <pc:sldChg chg="del">
        <pc:chgData name="Miguel Ángel Campos Méndez" userId="402d5bdf62ce6c12" providerId="LiveId" clId="{191A8FCD-9BE1-4BA2-B493-350592633275}" dt="2020-02-18T19:22:04.995" v="28" actId="2696"/>
        <pc:sldMkLst>
          <pc:docMk/>
          <pc:sldMk cId="0" sldId="326"/>
        </pc:sldMkLst>
      </pc:sldChg>
      <pc:sldChg chg="del">
        <pc:chgData name="Miguel Ángel Campos Méndez" userId="402d5bdf62ce6c12" providerId="LiveId" clId="{191A8FCD-9BE1-4BA2-B493-350592633275}" dt="2020-02-18T19:22:04.995" v="28" actId="2696"/>
        <pc:sldMkLst>
          <pc:docMk/>
          <pc:sldMk cId="0" sldId="327"/>
        </pc:sldMkLst>
      </pc:sldChg>
      <pc:sldChg chg="del">
        <pc:chgData name="Miguel Ángel Campos Méndez" userId="402d5bdf62ce6c12" providerId="LiveId" clId="{191A8FCD-9BE1-4BA2-B493-350592633275}" dt="2020-02-18T19:22:04.995" v="28" actId="2696"/>
        <pc:sldMkLst>
          <pc:docMk/>
          <pc:sldMk cId="0" sldId="328"/>
        </pc:sldMkLst>
      </pc:sldChg>
      <pc:sldChg chg="del">
        <pc:chgData name="Miguel Ángel Campos Méndez" userId="402d5bdf62ce6c12" providerId="LiveId" clId="{191A8FCD-9BE1-4BA2-B493-350592633275}" dt="2020-02-18T19:22:04.995" v="28" actId="2696"/>
        <pc:sldMkLst>
          <pc:docMk/>
          <pc:sldMk cId="0" sldId="329"/>
        </pc:sldMkLst>
      </pc:sldChg>
      <pc:sldChg chg="del">
        <pc:chgData name="Miguel Ángel Campos Méndez" userId="402d5bdf62ce6c12" providerId="LiveId" clId="{191A8FCD-9BE1-4BA2-B493-350592633275}" dt="2020-02-18T19:22:04.995" v="28" actId="2696"/>
        <pc:sldMkLst>
          <pc:docMk/>
          <pc:sldMk cId="0" sldId="330"/>
        </pc:sldMkLst>
      </pc:sldChg>
      <pc:sldChg chg="del">
        <pc:chgData name="Miguel Ángel Campos Méndez" userId="402d5bdf62ce6c12" providerId="LiveId" clId="{191A8FCD-9BE1-4BA2-B493-350592633275}" dt="2020-02-18T19:22:04.995" v="28" actId="2696"/>
        <pc:sldMkLst>
          <pc:docMk/>
          <pc:sldMk cId="0" sldId="331"/>
        </pc:sldMkLst>
      </pc:sldChg>
      <pc:sldChg chg="add">
        <pc:chgData name="Miguel Ángel Campos Méndez" userId="402d5bdf62ce6c12" providerId="LiveId" clId="{191A8FCD-9BE1-4BA2-B493-350592633275}" dt="2020-02-19T19:08:09.035" v="225"/>
        <pc:sldMkLst>
          <pc:docMk/>
          <pc:sldMk cId="1999087789" sldId="338"/>
        </pc:sldMkLst>
        <pc:spChg chg="mod">
          <ac:chgData name="Miguel Ángel Campos Méndez" userId="402d5bdf62ce6c12" providerId="LiveId" clId="{191A8FCD-9BE1-4BA2-B493-350592633275}" dt="2020-02-18T19:11:25.148" v="18" actId="27636"/>
          <ac:spMkLst>
            <pc:docMk/>
            <pc:sldMk cId="1999087789" sldId="338"/>
            <ac:spMk id="3" creationId="{00000000-0000-0000-0000-000000000000}"/>
          </ac:spMkLst>
        </pc:spChg>
      </pc:sldChg>
      <pc:sldChg chg="modSp del">
        <pc:chgData name="Miguel Ángel Campos Méndez" userId="402d5bdf62ce6c12" providerId="LiveId" clId="{191A8FCD-9BE1-4BA2-B493-350592633275}" dt="2020-02-19T18:54:33.478" v="206" actId="47"/>
        <pc:sldMkLst>
          <pc:docMk/>
          <pc:sldMk cId="0" sldId="342"/>
        </pc:sldMkLst>
        <pc:spChg chg="mod">
          <ac:chgData name="Miguel Ángel Campos Méndez" userId="402d5bdf62ce6c12" providerId="LiveId" clId="{191A8FCD-9BE1-4BA2-B493-350592633275}" dt="2020-02-18T19:11:25.265" v="19" actId="27636"/>
          <ac:spMkLst>
            <pc:docMk/>
            <pc:sldMk cId="0" sldId="342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191A8FCD-9BE1-4BA2-B493-350592633275}" dt="2020-02-19T18:54:35.246" v="207" actId="47"/>
        <pc:sldMkLst>
          <pc:docMk/>
          <pc:sldMk cId="0" sldId="343"/>
        </pc:sldMkLst>
      </pc:sldChg>
      <pc:sldChg chg="del">
        <pc:chgData name="Miguel Ángel Campos Méndez" userId="402d5bdf62ce6c12" providerId="LiveId" clId="{191A8FCD-9BE1-4BA2-B493-350592633275}" dt="2020-02-19T17:06:44.078" v="151" actId="47"/>
        <pc:sldMkLst>
          <pc:docMk/>
          <pc:sldMk cId="0" sldId="344"/>
        </pc:sldMkLst>
      </pc:sldChg>
      <pc:sldChg chg="del">
        <pc:chgData name="Miguel Ángel Campos Méndez" userId="402d5bdf62ce6c12" providerId="LiveId" clId="{191A8FCD-9BE1-4BA2-B493-350592633275}" dt="2020-02-19T18:53:56.153" v="204" actId="47"/>
        <pc:sldMkLst>
          <pc:docMk/>
          <pc:sldMk cId="0" sldId="345"/>
        </pc:sldMkLst>
      </pc:sldChg>
      <pc:sldChg chg="modSp">
        <pc:chgData name="Miguel Ángel Campos Méndez" userId="402d5bdf62ce6c12" providerId="LiveId" clId="{191A8FCD-9BE1-4BA2-B493-350592633275}" dt="2020-02-19T17:07:15.702" v="156" actId="20577"/>
        <pc:sldMkLst>
          <pc:docMk/>
          <pc:sldMk cId="0" sldId="348"/>
        </pc:sldMkLst>
        <pc:spChg chg="mod">
          <ac:chgData name="Miguel Ángel Campos Méndez" userId="402d5bdf62ce6c12" providerId="LiveId" clId="{191A8FCD-9BE1-4BA2-B493-350592633275}" dt="2020-02-19T17:07:15.702" v="156" actId="20577"/>
          <ac:spMkLst>
            <pc:docMk/>
            <pc:sldMk cId="0" sldId="348"/>
            <ac:spMk id="3" creationId="{00000000-0000-0000-0000-000000000000}"/>
          </ac:spMkLst>
        </pc:spChg>
      </pc:sldChg>
      <pc:sldChg chg="modSp modAnim">
        <pc:chgData name="Miguel Ángel Campos Méndez" userId="402d5bdf62ce6c12" providerId="LiveId" clId="{191A8FCD-9BE1-4BA2-B493-350592633275}" dt="2020-02-19T19:10:39.105" v="246" actId="1035"/>
        <pc:sldMkLst>
          <pc:docMk/>
          <pc:sldMk cId="0" sldId="349"/>
        </pc:sldMkLst>
        <pc:spChg chg="mod">
          <ac:chgData name="Miguel Ángel Campos Méndez" userId="402d5bdf62ce6c12" providerId="LiveId" clId="{191A8FCD-9BE1-4BA2-B493-350592633275}" dt="2020-02-19T19:10:30.163" v="234" actId="6549"/>
          <ac:spMkLst>
            <pc:docMk/>
            <pc:sldMk cId="0" sldId="349"/>
            <ac:spMk id="3" creationId="{00000000-0000-0000-0000-000000000000}"/>
          </ac:spMkLst>
        </pc:spChg>
        <pc:spChg chg="mod">
          <ac:chgData name="Miguel Ángel Campos Méndez" userId="402d5bdf62ce6c12" providerId="LiveId" clId="{191A8FCD-9BE1-4BA2-B493-350592633275}" dt="2020-02-19T19:10:39.105" v="246" actId="1035"/>
          <ac:spMkLst>
            <pc:docMk/>
            <pc:sldMk cId="0" sldId="349"/>
            <ac:spMk id="18" creationId="{00000000-0000-0000-0000-000000000000}"/>
          </ac:spMkLst>
        </pc:spChg>
        <pc:spChg chg="mod">
          <ac:chgData name="Miguel Ángel Campos Méndez" userId="402d5bdf62ce6c12" providerId="LiveId" clId="{191A8FCD-9BE1-4BA2-B493-350592633275}" dt="2020-02-19T19:10:39.105" v="246" actId="1035"/>
          <ac:spMkLst>
            <pc:docMk/>
            <pc:sldMk cId="0" sldId="349"/>
            <ac:spMk id="24" creationId="{00000000-0000-0000-0000-000000000000}"/>
          </ac:spMkLst>
        </pc:spChg>
        <pc:spChg chg="mod">
          <ac:chgData name="Miguel Ángel Campos Méndez" userId="402d5bdf62ce6c12" providerId="LiveId" clId="{191A8FCD-9BE1-4BA2-B493-350592633275}" dt="2020-02-19T19:10:39.105" v="246" actId="1035"/>
          <ac:spMkLst>
            <pc:docMk/>
            <pc:sldMk cId="0" sldId="349"/>
            <ac:spMk id="28" creationId="{00000000-0000-0000-0000-000000000000}"/>
          </ac:spMkLst>
        </pc:spChg>
        <pc:grpChg chg="mod">
          <ac:chgData name="Miguel Ángel Campos Méndez" userId="402d5bdf62ce6c12" providerId="LiveId" clId="{191A8FCD-9BE1-4BA2-B493-350592633275}" dt="2020-02-19T19:10:39.105" v="246" actId="1035"/>
          <ac:grpSpMkLst>
            <pc:docMk/>
            <pc:sldMk cId="0" sldId="349"/>
            <ac:grpSpMk id="23" creationId="{00000000-0000-0000-0000-000000000000}"/>
          </ac:grpSpMkLst>
        </pc:grpChg>
      </pc:sldChg>
      <pc:sldChg chg="modSp">
        <pc:chgData name="Miguel Ángel Campos Méndez" userId="402d5bdf62ce6c12" providerId="LiveId" clId="{191A8FCD-9BE1-4BA2-B493-350592633275}" dt="2020-02-19T17:04:38.134" v="124" actId="20577"/>
        <pc:sldMkLst>
          <pc:docMk/>
          <pc:sldMk cId="1392187307" sldId="351"/>
        </pc:sldMkLst>
        <pc:spChg chg="mod">
          <ac:chgData name="Miguel Ángel Campos Méndez" userId="402d5bdf62ce6c12" providerId="LiveId" clId="{191A8FCD-9BE1-4BA2-B493-350592633275}" dt="2020-02-19T17:04:38.134" v="124" actId="20577"/>
          <ac:spMkLst>
            <pc:docMk/>
            <pc:sldMk cId="1392187307" sldId="351"/>
            <ac:spMk id="3" creationId="{00000000-0000-0000-0000-000000000000}"/>
          </ac:spMkLst>
        </pc:spChg>
      </pc:sldChg>
      <pc:sldChg chg="modSp">
        <pc:chgData name="Miguel Ángel Campos Méndez" userId="402d5bdf62ce6c12" providerId="LiveId" clId="{191A8FCD-9BE1-4BA2-B493-350592633275}" dt="2020-02-19T19:11:48.109" v="312" actId="404"/>
        <pc:sldMkLst>
          <pc:docMk/>
          <pc:sldMk cId="0" sldId="352"/>
        </pc:sldMkLst>
        <pc:spChg chg="mod">
          <ac:chgData name="Miguel Ángel Campos Méndez" userId="402d5bdf62ce6c12" providerId="LiveId" clId="{191A8FCD-9BE1-4BA2-B493-350592633275}" dt="2020-02-19T19:11:48.109" v="312" actId="404"/>
          <ac:spMkLst>
            <pc:docMk/>
            <pc:sldMk cId="0" sldId="352"/>
            <ac:spMk id="3" creationId="{00000000-0000-0000-0000-000000000000}"/>
          </ac:spMkLst>
        </pc:spChg>
      </pc:sldChg>
      <pc:sldChg chg="add">
        <pc:chgData name="Miguel Ángel Campos Méndez" userId="402d5bdf62ce6c12" providerId="LiveId" clId="{191A8FCD-9BE1-4BA2-B493-350592633275}" dt="2020-02-19T19:08:09.035" v="225"/>
        <pc:sldMkLst>
          <pc:docMk/>
          <pc:sldMk cId="1446443880" sldId="354"/>
        </pc:sldMkLst>
        <pc:spChg chg="mod">
          <ac:chgData name="Miguel Ángel Campos Méndez" userId="402d5bdf62ce6c12" providerId="LiveId" clId="{191A8FCD-9BE1-4BA2-B493-350592633275}" dt="2020-02-19T18:55:29.619" v="213"/>
          <ac:spMkLst>
            <pc:docMk/>
            <pc:sldMk cId="1446443880" sldId="354"/>
            <ac:spMk id="3" creationId="{00000000-0000-0000-0000-000000000000}"/>
          </ac:spMkLst>
        </pc:spChg>
        <pc:spChg chg="mod">
          <ac:chgData name="Miguel Ángel Campos Méndez" userId="402d5bdf62ce6c12" providerId="LiveId" clId="{191A8FCD-9BE1-4BA2-B493-350592633275}" dt="2020-02-19T17:06:15.800" v="149" actId="20577"/>
          <ac:spMkLst>
            <pc:docMk/>
            <pc:sldMk cId="1446443880" sldId="354"/>
            <ac:spMk id="23" creationId="{00000000-0000-0000-0000-000000000000}"/>
          </ac:spMkLst>
        </pc:spChg>
      </pc:sldChg>
      <pc:sldChg chg="modSp">
        <pc:chgData name="Miguel Ángel Campos Méndez" userId="402d5bdf62ce6c12" providerId="LiveId" clId="{191A8FCD-9BE1-4BA2-B493-350592633275}" dt="2020-02-19T17:07:23.498" v="157" actId="20577"/>
        <pc:sldMkLst>
          <pc:docMk/>
          <pc:sldMk cId="0" sldId="355"/>
        </pc:sldMkLst>
        <pc:spChg chg="mod">
          <ac:chgData name="Miguel Ángel Campos Méndez" userId="402d5bdf62ce6c12" providerId="LiveId" clId="{191A8FCD-9BE1-4BA2-B493-350592633275}" dt="2020-02-19T17:07:23.498" v="157" actId="20577"/>
          <ac:spMkLst>
            <pc:docMk/>
            <pc:sldMk cId="0" sldId="355"/>
            <ac:spMk id="3" creationId="{00000000-0000-0000-0000-000000000000}"/>
          </ac:spMkLst>
        </pc:spChg>
      </pc:sldChg>
      <pc:sldChg chg="modSp">
        <pc:chgData name="Miguel Ángel Campos Méndez" userId="402d5bdf62ce6c12" providerId="LiveId" clId="{191A8FCD-9BE1-4BA2-B493-350592633275}" dt="2020-02-18T19:11:25.375" v="20" actId="27636"/>
        <pc:sldMkLst>
          <pc:docMk/>
          <pc:sldMk cId="0" sldId="357"/>
        </pc:sldMkLst>
        <pc:spChg chg="mod">
          <ac:chgData name="Miguel Ángel Campos Méndez" userId="402d5bdf62ce6c12" providerId="LiveId" clId="{191A8FCD-9BE1-4BA2-B493-350592633275}" dt="2020-02-18T19:11:25.375" v="20" actId="27636"/>
          <ac:spMkLst>
            <pc:docMk/>
            <pc:sldMk cId="0" sldId="357"/>
            <ac:spMk id="3" creationId="{00000000-0000-0000-0000-000000000000}"/>
          </ac:spMkLst>
        </pc:spChg>
      </pc:sldChg>
      <pc:sldChg chg="modSp">
        <pc:chgData name="Miguel Ángel Campos Méndez" userId="402d5bdf62ce6c12" providerId="LiveId" clId="{191A8FCD-9BE1-4BA2-B493-350592633275}" dt="2020-02-19T17:13:01.635" v="190" actId="6549"/>
        <pc:sldMkLst>
          <pc:docMk/>
          <pc:sldMk cId="0" sldId="359"/>
        </pc:sldMkLst>
        <pc:spChg chg="mod">
          <ac:chgData name="Miguel Ángel Campos Méndez" userId="402d5bdf62ce6c12" providerId="LiveId" clId="{191A8FCD-9BE1-4BA2-B493-350592633275}" dt="2020-02-19T17:13:01.635" v="190" actId="6549"/>
          <ac:spMkLst>
            <pc:docMk/>
            <pc:sldMk cId="0" sldId="359"/>
            <ac:spMk id="3" creationId="{00000000-0000-0000-0000-000000000000}"/>
          </ac:spMkLst>
        </pc:spChg>
      </pc:sldChg>
      <pc:sldChg chg="add">
        <pc:chgData name="Miguel Ángel Campos Méndez" userId="402d5bdf62ce6c12" providerId="LiveId" clId="{191A8FCD-9BE1-4BA2-B493-350592633275}" dt="2020-02-19T19:08:09.035" v="225"/>
        <pc:sldMkLst>
          <pc:docMk/>
          <pc:sldMk cId="573444568" sldId="360"/>
        </pc:sldMkLst>
        <pc:spChg chg="del topLvl">
          <ac:chgData name="Miguel Ángel Campos Méndez" userId="402d5bdf62ce6c12" providerId="LiveId" clId="{191A8FCD-9BE1-4BA2-B493-350592633275}" dt="2020-02-19T17:05:14.463" v="126" actId="478"/>
          <ac:spMkLst>
            <pc:docMk/>
            <pc:sldMk cId="573444568" sldId="360"/>
            <ac:spMk id="12" creationId="{00000000-0000-0000-0000-000000000000}"/>
          </ac:spMkLst>
        </pc:spChg>
        <pc:grpChg chg="del">
          <ac:chgData name="Miguel Ángel Campos Méndez" userId="402d5bdf62ce6c12" providerId="LiveId" clId="{191A8FCD-9BE1-4BA2-B493-350592633275}" dt="2020-02-19T17:05:11.579" v="125" actId="478"/>
          <ac:grpSpMkLst>
            <pc:docMk/>
            <pc:sldMk cId="573444568" sldId="360"/>
            <ac:grpSpMk id="11" creationId="{00000000-0000-0000-0000-000000000000}"/>
          </ac:grpSpMkLst>
        </pc:grpChg>
        <pc:picChg chg="del topLvl">
          <ac:chgData name="Miguel Ángel Campos Méndez" userId="402d5bdf62ce6c12" providerId="LiveId" clId="{191A8FCD-9BE1-4BA2-B493-350592633275}" dt="2020-02-19T17:05:11.579" v="125" actId="478"/>
          <ac:picMkLst>
            <pc:docMk/>
            <pc:sldMk cId="573444568" sldId="360"/>
            <ac:picMk id="13" creationId="{00000000-0000-0000-0000-000000000000}"/>
          </ac:picMkLst>
        </pc:picChg>
      </pc:sldChg>
      <pc:sldChg chg="modSp">
        <pc:chgData name="Miguel Ángel Campos Méndez" userId="402d5bdf62ce6c12" providerId="LiveId" clId="{191A8FCD-9BE1-4BA2-B493-350592633275}" dt="2020-02-19T17:08:39.512" v="159" actId="6549"/>
        <pc:sldMkLst>
          <pc:docMk/>
          <pc:sldMk cId="0" sldId="362"/>
        </pc:sldMkLst>
        <pc:spChg chg="mod">
          <ac:chgData name="Miguel Ángel Campos Méndez" userId="402d5bdf62ce6c12" providerId="LiveId" clId="{191A8FCD-9BE1-4BA2-B493-350592633275}" dt="2020-02-19T17:08:39.512" v="159" actId="6549"/>
          <ac:spMkLst>
            <pc:docMk/>
            <pc:sldMk cId="0" sldId="362"/>
            <ac:spMk id="3" creationId="{00000000-0000-0000-0000-000000000000}"/>
          </ac:spMkLst>
        </pc:spChg>
      </pc:sldChg>
      <pc:sldChg chg="modSp modAnim">
        <pc:chgData name="Miguel Ángel Campos Méndez" userId="402d5bdf62ce6c12" providerId="LiveId" clId="{191A8FCD-9BE1-4BA2-B493-350592633275}" dt="2020-02-19T17:09:38.086" v="170" actId="20577"/>
        <pc:sldMkLst>
          <pc:docMk/>
          <pc:sldMk cId="0" sldId="363"/>
        </pc:sldMkLst>
        <pc:spChg chg="mod">
          <ac:chgData name="Miguel Ángel Campos Méndez" userId="402d5bdf62ce6c12" providerId="LiveId" clId="{191A8FCD-9BE1-4BA2-B493-350592633275}" dt="2020-02-19T17:09:38.086" v="170" actId="20577"/>
          <ac:spMkLst>
            <pc:docMk/>
            <pc:sldMk cId="0" sldId="363"/>
            <ac:spMk id="3" creationId="{00000000-0000-0000-0000-000000000000}"/>
          </ac:spMkLst>
        </pc:spChg>
      </pc:sldChg>
      <pc:sldChg chg="delSp modSp modAnim">
        <pc:chgData name="Miguel Ángel Campos Méndez" userId="402d5bdf62ce6c12" providerId="LiveId" clId="{191A8FCD-9BE1-4BA2-B493-350592633275}" dt="2020-02-19T17:12:42.044" v="189" actId="478"/>
        <pc:sldMkLst>
          <pc:docMk/>
          <pc:sldMk cId="0" sldId="373"/>
        </pc:sldMkLst>
        <pc:spChg chg="mod">
          <ac:chgData name="Miguel Ángel Campos Méndez" userId="402d5bdf62ce6c12" providerId="LiveId" clId="{191A8FCD-9BE1-4BA2-B493-350592633275}" dt="2020-02-19T17:12:37.124" v="188" actId="6549"/>
          <ac:spMkLst>
            <pc:docMk/>
            <pc:sldMk cId="0" sldId="373"/>
            <ac:spMk id="3" creationId="{00000000-0000-0000-0000-000000000000}"/>
          </ac:spMkLst>
        </pc:spChg>
        <pc:spChg chg="del">
          <ac:chgData name="Miguel Ángel Campos Méndez" userId="402d5bdf62ce6c12" providerId="LiveId" clId="{191A8FCD-9BE1-4BA2-B493-350592633275}" dt="2020-02-19T17:12:42.044" v="189" actId="478"/>
          <ac:spMkLst>
            <pc:docMk/>
            <pc:sldMk cId="0" sldId="373"/>
            <ac:spMk id="10" creationId="{00000000-0000-0000-0000-000000000000}"/>
          </ac:spMkLst>
        </pc:spChg>
      </pc:sldChg>
      <pc:sldChg chg="del">
        <pc:chgData name="Miguel Ángel Campos Méndez" userId="402d5bdf62ce6c12" providerId="LiveId" clId="{191A8FCD-9BE1-4BA2-B493-350592633275}" dt="2020-02-19T17:13:36.524" v="192" actId="47"/>
        <pc:sldMkLst>
          <pc:docMk/>
          <pc:sldMk cId="0" sldId="374"/>
        </pc:sldMkLst>
      </pc:sldChg>
      <pc:sldChg chg="del">
        <pc:chgData name="Miguel Ángel Campos Méndez" userId="402d5bdf62ce6c12" providerId="LiveId" clId="{191A8FCD-9BE1-4BA2-B493-350592633275}" dt="2020-02-18T16:18:50.292" v="0" actId="47"/>
        <pc:sldMkLst>
          <pc:docMk/>
          <pc:sldMk cId="0" sldId="376"/>
        </pc:sldMkLst>
      </pc:sldChg>
      <pc:sldChg chg="del">
        <pc:chgData name="Miguel Ángel Campos Méndez" userId="402d5bdf62ce6c12" providerId="LiveId" clId="{191A8FCD-9BE1-4BA2-B493-350592633275}" dt="2020-02-18T16:18:50.292" v="0" actId="47"/>
        <pc:sldMkLst>
          <pc:docMk/>
          <pc:sldMk cId="0" sldId="377"/>
        </pc:sldMkLst>
      </pc:sldChg>
      <pc:sldChg chg="del">
        <pc:chgData name="Miguel Ángel Campos Méndez" userId="402d5bdf62ce6c12" providerId="LiveId" clId="{191A8FCD-9BE1-4BA2-B493-350592633275}" dt="2020-02-19T19:39:49.946" v="335" actId="2696"/>
        <pc:sldMkLst>
          <pc:docMk/>
          <pc:sldMk cId="0" sldId="378"/>
        </pc:sldMkLst>
      </pc:sldChg>
      <pc:sldChg chg="del">
        <pc:chgData name="Miguel Ángel Campos Méndez" userId="402d5bdf62ce6c12" providerId="LiveId" clId="{191A8FCD-9BE1-4BA2-B493-350592633275}" dt="2020-02-19T19:39:49.946" v="335" actId="2696"/>
        <pc:sldMkLst>
          <pc:docMk/>
          <pc:sldMk cId="0" sldId="380"/>
        </pc:sldMkLst>
      </pc:sldChg>
      <pc:sldChg chg="del">
        <pc:chgData name="Miguel Ángel Campos Méndez" userId="402d5bdf62ce6c12" providerId="LiveId" clId="{191A8FCD-9BE1-4BA2-B493-350592633275}" dt="2020-02-19T19:35:59.668" v="333" actId="47"/>
        <pc:sldMkLst>
          <pc:docMk/>
          <pc:sldMk cId="0" sldId="382"/>
        </pc:sldMkLst>
      </pc:sldChg>
      <pc:sldChg chg="del">
        <pc:chgData name="Miguel Ángel Campos Méndez" userId="402d5bdf62ce6c12" providerId="LiveId" clId="{191A8FCD-9BE1-4BA2-B493-350592633275}" dt="2020-02-19T17:15:37.795" v="196" actId="47"/>
        <pc:sldMkLst>
          <pc:docMk/>
          <pc:sldMk cId="0" sldId="391"/>
        </pc:sldMkLst>
      </pc:sldChg>
      <pc:sldChg chg="del">
        <pc:chgData name="Miguel Ángel Campos Méndez" userId="402d5bdf62ce6c12" providerId="LiveId" clId="{191A8FCD-9BE1-4BA2-B493-350592633275}" dt="2020-02-19T17:15:39.159" v="197" actId="47"/>
        <pc:sldMkLst>
          <pc:docMk/>
          <pc:sldMk cId="0" sldId="396"/>
        </pc:sldMkLst>
      </pc:sldChg>
      <pc:sldChg chg="del">
        <pc:chgData name="Miguel Ángel Campos Méndez" userId="402d5bdf62ce6c12" providerId="LiveId" clId="{191A8FCD-9BE1-4BA2-B493-350592633275}" dt="2020-02-19T17:15:41.973" v="199" actId="47"/>
        <pc:sldMkLst>
          <pc:docMk/>
          <pc:sldMk cId="0" sldId="399"/>
        </pc:sldMkLst>
      </pc:sldChg>
      <pc:sldChg chg="del">
        <pc:chgData name="Miguel Ángel Campos Méndez" userId="402d5bdf62ce6c12" providerId="LiveId" clId="{191A8FCD-9BE1-4BA2-B493-350592633275}" dt="2020-02-19T17:15:43.770" v="200" actId="47"/>
        <pc:sldMkLst>
          <pc:docMk/>
          <pc:sldMk cId="0" sldId="401"/>
        </pc:sldMkLst>
      </pc:sldChg>
      <pc:sldChg chg="del">
        <pc:chgData name="Miguel Ángel Campos Méndez" userId="402d5bdf62ce6c12" providerId="LiveId" clId="{191A8FCD-9BE1-4BA2-B493-350592633275}" dt="2020-02-19T17:15:45.082" v="201" actId="47"/>
        <pc:sldMkLst>
          <pc:docMk/>
          <pc:sldMk cId="0" sldId="402"/>
        </pc:sldMkLst>
      </pc:sldChg>
      <pc:sldChg chg="del">
        <pc:chgData name="Miguel Ángel Campos Méndez" userId="402d5bdf62ce6c12" providerId="LiveId" clId="{191A8FCD-9BE1-4BA2-B493-350592633275}" dt="2020-02-19T17:15:03.335" v="193" actId="47"/>
        <pc:sldMkLst>
          <pc:docMk/>
          <pc:sldMk cId="0" sldId="416"/>
        </pc:sldMkLst>
      </pc:sldChg>
      <pc:sldChg chg="del">
        <pc:chgData name="Miguel Ángel Campos Méndez" userId="402d5bdf62ce6c12" providerId="LiveId" clId="{191A8FCD-9BE1-4BA2-B493-350592633275}" dt="2020-02-19T17:15:05.356" v="194" actId="47"/>
        <pc:sldMkLst>
          <pc:docMk/>
          <pc:sldMk cId="0" sldId="417"/>
        </pc:sldMkLst>
      </pc:sldChg>
      <pc:sldChg chg="add">
        <pc:chgData name="Miguel Ángel Campos Méndez" userId="402d5bdf62ce6c12" providerId="LiveId" clId="{191A8FCD-9BE1-4BA2-B493-350592633275}" dt="2020-02-19T19:08:09.035" v="225"/>
        <pc:sldMkLst>
          <pc:docMk/>
          <pc:sldMk cId="332826534" sldId="478"/>
        </pc:sldMkLst>
      </pc:sldChg>
      <pc:sldChg chg="add del">
        <pc:chgData name="Miguel Ángel Campos Méndez" userId="402d5bdf62ce6c12" providerId="LiveId" clId="{191A8FCD-9BE1-4BA2-B493-350592633275}" dt="2020-02-19T19:08:01.500" v="224" actId="2696"/>
        <pc:sldMkLst>
          <pc:docMk/>
          <pc:sldMk cId="3475200577" sldId="478"/>
        </pc:sldMkLst>
      </pc:sldChg>
      <pc:sldChg chg="add del">
        <pc:chgData name="Miguel Ángel Campos Méndez" userId="402d5bdf62ce6c12" providerId="LiveId" clId="{191A8FCD-9BE1-4BA2-B493-350592633275}" dt="2020-02-19T19:08:01.500" v="224" actId="2696"/>
        <pc:sldMkLst>
          <pc:docMk/>
          <pc:sldMk cId="2407579793" sldId="479"/>
        </pc:sldMkLst>
      </pc:sldChg>
      <pc:sldChg chg="add del">
        <pc:chgData name="Miguel Ángel Campos Méndez" userId="402d5bdf62ce6c12" providerId="LiveId" clId="{191A8FCD-9BE1-4BA2-B493-350592633275}" dt="2020-02-19T19:07:14.801" v="222" actId="2696"/>
        <pc:sldMkLst>
          <pc:docMk/>
          <pc:sldMk cId="3837819490" sldId="479"/>
        </pc:sldMkLst>
      </pc:sldChg>
      <pc:sldChg chg="add del">
        <pc:chgData name="Miguel Ángel Campos Méndez" userId="402d5bdf62ce6c12" providerId="LiveId" clId="{191A8FCD-9BE1-4BA2-B493-350592633275}" dt="2020-02-19T19:08:01.500" v="224" actId="2696"/>
        <pc:sldMkLst>
          <pc:docMk/>
          <pc:sldMk cId="2302716771" sldId="480"/>
        </pc:sldMkLst>
      </pc:sldChg>
      <pc:sldChg chg="add del">
        <pc:chgData name="Miguel Ángel Campos Méndez" userId="402d5bdf62ce6c12" providerId="LiveId" clId="{191A8FCD-9BE1-4BA2-B493-350592633275}" dt="2020-02-19T19:07:14.801" v="222" actId="2696"/>
        <pc:sldMkLst>
          <pc:docMk/>
          <pc:sldMk cId="3870953849" sldId="480"/>
        </pc:sldMkLst>
      </pc:sldChg>
      <pc:sldChg chg="add del">
        <pc:chgData name="Miguel Ángel Campos Méndez" userId="402d5bdf62ce6c12" providerId="LiveId" clId="{191A8FCD-9BE1-4BA2-B493-350592633275}" dt="2020-02-19T19:07:14.801" v="222" actId="2696"/>
        <pc:sldMkLst>
          <pc:docMk/>
          <pc:sldMk cId="3140996926" sldId="481"/>
        </pc:sldMkLst>
      </pc:sldChg>
      <pc:sldChg chg="add del">
        <pc:chgData name="Miguel Ángel Campos Méndez" userId="402d5bdf62ce6c12" providerId="LiveId" clId="{191A8FCD-9BE1-4BA2-B493-350592633275}" dt="2020-02-19T19:08:01.500" v="224" actId="2696"/>
        <pc:sldMkLst>
          <pc:docMk/>
          <pc:sldMk cId="3684549435" sldId="481"/>
        </pc:sldMkLst>
      </pc:sldChg>
      <pc:sldChg chg="add">
        <pc:chgData name="Miguel Ángel Campos Méndez" userId="402d5bdf62ce6c12" providerId="LiveId" clId="{191A8FCD-9BE1-4BA2-B493-350592633275}" dt="2020-02-19T19:00:41.839" v="217"/>
        <pc:sldMkLst>
          <pc:docMk/>
          <pc:sldMk cId="0" sldId="482"/>
        </pc:sldMkLst>
      </pc:sldChg>
      <pc:sldChg chg="add">
        <pc:chgData name="Miguel Ángel Campos Méndez" userId="402d5bdf62ce6c12" providerId="LiveId" clId="{191A8FCD-9BE1-4BA2-B493-350592633275}" dt="2020-02-19T19:00:48.428" v="218"/>
        <pc:sldMkLst>
          <pc:docMk/>
          <pc:sldMk cId="0" sldId="483"/>
        </pc:sldMkLst>
      </pc:sldChg>
      <pc:sldChg chg="add">
        <pc:chgData name="Miguel Ángel Campos Méndez" userId="402d5bdf62ce6c12" providerId="LiveId" clId="{191A8FCD-9BE1-4BA2-B493-350592633275}" dt="2020-02-19T19:01:34.047" v="220"/>
        <pc:sldMkLst>
          <pc:docMk/>
          <pc:sldMk cId="0" sldId="484"/>
        </pc:sldMkLst>
      </pc:sldChg>
      <pc:sldChg chg="add">
        <pc:chgData name="Miguel Ángel Campos Méndez" userId="402d5bdf62ce6c12" providerId="LiveId" clId="{191A8FCD-9BE1-4BA2-B493-350592633275}" dt="2020-02-19T19:00:54.959" v="219"/>
        <pc:sldMkLst>
          <pc:docMk/>
          <pc:sldMk cId="0" sldId="486"/>
        </pc:sldMkLst>
      </pc:sldChg>
      <pc:sldChg chg="del">
        <pc:chgData name="Miguel Ángel Campos Méndez" userId="402d5bdf62ce6c12" providerId="LiveId" clId="{191A8FCD-9BE1-4BA2-B493-350592633275}" dt="2020-02-18T19:22:04.995" v="28" actId="2696"/>
        <pc:sldMkLst>
          <pc:docMk/>
          <pc:sldMk cId="0" sldId="523"/>
        </pc:sldMkLst>
      </pc:sldChg>
      <pc:sldChg chg="modSp">
        <pc:chgData name="Miguel Ángel Campos Méndez" userId="402d5bdf62ce6c12" providerId="LiveId" clId="{191A8FCD-9BE1-4BA2-B493-350592633275}" dt="2020-02-19T17:03:26.324" v="88" actId="20577"/>
        <pc:sldMkLst>
          <pc:docMk/>
          <pc:sldMk cId="1032722731" sldId="527"/>
        </pc:sldMkLst>
        <pc:spChg chg="mod">
          <ac:chgData name="Miguel Ángel Campos Méndez" userId="402d5bdf62ce6c12" providerId="LiveId" clId="{191A8FCD-9BE1-4BA2-B493-350592633275}" dt="2020-02-19T17:03:26.324" v="88" actId="20577"/>
          <ac:spMkLst>
            <pc:docMk/>
            <pc:sldMk cId="1032722731" sldId="527"/>
            <ac:spMk id="29" creationId="{00000000-0000-0000-0000-000000000000}"/>
          </ac:spMkLst>
        </pc:spChg>
      </pc:sldChg>
      <pc:sldChg chg="del">
        <pc:chgData name="Miguel Ángel Campos Méndez" userId="402d5bdf62ce6c12" providerId="LiveId" clId="{191A8FCD-9BE1-4BA2-B493-350592633275}" dt="2020-02-19T19:08:01.500" v="224" actId="2696"/>
        <pc:sldMkLst>
          <pc:docMk/>
          <pc:sldMk cId="4083168961" sldId="528"/>
        </pc:sldMkLst>
      </pc:sldChg>
      <pc:sldChg chg="del">
        <pc:chgData name="Miguel Ángel Campos Méndez" userId="402d5bdf62ce6c12" providerId="LiveId" clId="{191A8FCD-9BE1-4BA2-B493-350592633275}" dt="2020-02-19T17:06:44.078" v="151" actId="47"/>
        <pc:sldMkLst>
          <pc:docMk/>
          <pc:sldMk cId="0" sldId="529"/>
        </pc:sldMkLst>
      </pc:sldChg>
      <pc:sldChg chg="modSp">
        <pc:chgData name="Miguel Ángel Campos Méndez" userId="402d5bdf62ce6c12" providerId="LiveId" clId="{191A8FCD-9BE1-4BA2-B493-350592633275}" dt="2020-02-19T17:08:55.315" v="160" actId="20577"/>
        <pc:sldMkLst>
          <pc:docMk/>
          <pc:sldMk cId="0" sldId="534"/>
        </pc:sldMkLst>
        <pc:spChg chg="mod">
          <ac:chgData name="Miguel Ángel Campos Méndez" userId="402d5bdf62ce6c12" providerId="LiveId" clId="{191A8FCD-9BE1-4BA2-B493-350592633275}" dt="2020-02-19T17:08:55.315" v="160" actId="20577"/>
          <ac:spMkLst>
            <pc:docMk/>
            <pc:sldMk cId="0" sldId="534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191A8FCD-9BE1-4BA2-B493-350592633275}" dt="2020-02-19T17:09:49.414" v="171" actId="47"/>
        <pc:sldMkLst>
          <pc:docMk/>
          <pc:sldMk cId="0" sldId="536"/>
        </pc:sldMkLst>
      </pc:sldChg>
      <pc:sldChg chg="del">
        <pc:chgData name="Miguel Ángel Campos Méndez" userId="402d5bdf62ce6c12" providerId="LiveId" clId="{191A8FCD-9BE1-4BA2-B493-350592633275}" dt="2020-02-18T16:18:50.292" v="0" actId="47"/>
        <pc:sldMkLst>
          <pc:docMk/>
          <pc:sldMk cId="0" sldId="540"/>
        </pc:sldMkLst>
      </pc:sldChg>
      <pc:sldChg chg="del">
        <pc:chgData name="Miguel Ángel Campos Méndez" userId="402d5bdf62ce6c12" providerId="LiveId" clId="{191A8FCD-9BE1-4BA2-B493-350592633275}" dt="2020-02-19T17:13:36.524" v="192" actId="47"/>
        <pc:sldMkLst>
          <pc:docMk/>
          <pc:sldMk cId="0" sldId="541"/>
        </pc:sldMkLst>
      </pc:sldChg>
      <pc:sldChg chg="del">
        <pc:chgData name="Miguel Ángel Campos Méndez" userId="402d5bdf62ce6c12" providerId="LiveId" clId="{191A8FCD-9BE1-4BA2-B493-350592633275}" dt="2020-02-19T17:13:36.524" v="192" actId="47"/>
        <pc:sldMkLst>
          <pc:docMk/>
          <pc:sldMk cId="0" sldId="542"/>
        </pc:sldMkLst>
      </pc:sldChg>
      <pc:sldChg chg="del">
        <pc:chgData name="Miguel Ángel Campos Méndez" userId="402d5bdf62ce6c12" providerId="LiveId" clId="{191A8FCD-9BE1-4BA2-B493-350592633275}" dt="2020-02-19T19:39:49.946" v="335" actId="2696"/>
        <pc:sldMkLst>
          <pc:docMk/>
          <pc:sldMk cId="0" sldId="544"/>
        </pc:sldMkLst>
      </pc:sldChg>
      <pc:sldChg chg="del">
        <pc:chgData name="Miguel Ángel Campos Méndez" userId="402d5bdf62ce6c12" providerId="LiveId" clId="{191A8FCD-9BE1-4BA2-B493-350592633275}" dt="2020-02-19T17:15:36.174" v="195" actId="47"/>
        <pc:sldMkLst>
          <pc:docMk/>
          <pc:sldMk cId="0" sldId="546"/>
        </pc:sldMkLst>
      </pc:sldChg>
      <pc:sldChg chg="del">
        <pc:chgData name="Miguel Ángel Campos Méndez" userId="402d5bdf62ce6c12" providerId="LiveId" clId="{191A8FCD-9BE1-4BA2-B493-350592633275}" dt="2020-02-19T19:35:59.668" v="333" actId="47"/>
        <pc:sldMkLst>
          <pc:docMk/>
          <pc:sldMk cId="0" sldId="548"/>
        </pc:sldMkLst>
      </pc:sldChg>
      <pc:sldChg chg="del">
        <pc:chgData name="Miguel Ángel Campos Méndez" userId="402d5bdf62ce6c12" providerId="LiveId" clId="{191A8FCD-9BE1-4BA2-B493-350592633275}" dt="2020-02-19T19:29:45.688" v="330" actId="47"/>
        <pc:sldMkLst>
          <pc:docMk/>
          <pc:sldMk cId="0" sldId="550"/>
        </pc:sldMkLst>
      </pc:sldChg>
      <pc:sldChg chg="del">
        <pc:chgData name="Miguel Ángel Campos Méndez" userId="402d5bdf62ce6c12" providerId="LiveId" clId="{191A8FCD-9BE1-4BA2-B493-350592633275}" dt="2020-02-19T19:37:42.906" v="334" actId="2696"/>
        <pc:sldMkLst>
          <pc:docMk/>
          <pc:sldMk cId="0" sldId="551"/>
        </pc:sldMkLst>
      </pc:sldChg>
      <pc:sldChg chg="modSp del">
        <pc:chgData name="Miguel Ángel Campos Méndez" userId="402d5bdf62ce6c12" providerId="LiveId" clId="{191A8FCD-9BE1-4BA2-B493-350592633275}" dt="2020-02-19T19:37:42.906" v="334" actId="2696"/>
        <pc:sldMkLst>
          <pc:docMk/>
          <pc:sldMk cId="0" sldId="552"/>
        </pc:sldMkLst>
        <pc:spChg chg="mod">
          <ac:chgData name="Miguel Ángel Campos Méndez" userId="402d5bdf62ce6c12" providerId="LiveId" clId="{191A8FCD-9BE1-4BA2-B493-350592633275}" dt="2020-02-18T19:11:25.664" v="21" actId="27636"/>
          <ac:spMkLst>
            <pc:docMk/>
            <pc:sldMk cId="0" sldId="552"/>
            <ac:spMk id="42" creationId="{00000000-0000-0000-0000-000000000000}"/>
          </ac:spMkLst>
        </pc:spChg>
      </pc:sldChg>
      <pc:sldChg chg="del">
        <pc:chgData name="Miguel Ángel Campos Méndez" userId="402d5bdf62ce6c12" providerId="LiveId" clId="{191A8FCD-9BE1-4BA2-B493-350592633275}" dt="2020-02-19T17:15:40.798" v="198" actId="47"/>
        <pc:sldMkLst>
          <pc:docMk/>
          <pc:sldMk cId="0" sldId="556"/>
        </pc:sldMkLst>
      </pc:sldChg>
      <pc:sldChg chg="del">
        <pc:chgData name="Miguel Ángel Campos Méndez" userId="402d5bdf62ce6c12" providerId="LiveId" clId="{191A8FCD-9BE1-4BA2-B493-350592633275}" dt="2020-02-19T19:37:42.906" v="334" actId="2696"/>
        <pc:sldMkLst>
          <pc:docMk/>
          <pc:sldMk cId="0" sldId="562"/>
        </pc:sldMkLst>
      </pc:sldChg>
      <pc:sldChg chg="del">
        <pc:chgData name="Miguel Ángel Campos Méndez" userId="402d5bdf62ce6c12" providerId="LiveId" clId="{191A8FCD-9BE1-4BA2-B493-350592633275}" dt="2020-02-19T19:35:20.641" v="332" actId="47"/>
        <pc:sldMkLst>
          <pc:docMk/>
          <pc:sldMk cId="0" sldId="563"/>
        </pc:sldMkLst>
      </pc:sldChg>
      <pc:sldChg chg="del">
        <pc:chgData name="Miguel Ángel Campos Méndez" userId="402d5bdf62ce6c12" providerId="LiveId" clId="{191A8FCD-9BE1-4BA2-B493-350592633275}" dt="2020-02-19T19:35:20.641" v="332" actId="47"/>
        <pc:sldMkLst>
          <pc:docMk/>
          <pc:sldMk cId="0" sldId="564"/>
        </pc:sldMkLst>
      </pc:sldChg>
      <pc:sldChg chg="del">
        <pc:chgData name="Miguel Ángel Campos Méndez" userId="402d5bdf62ce6c12" providerId="LiveId" clId="{191A8FCD-9BE1-4BA2-B493-350592633275}" dt="2020-02-19T19:33:34.902" v="331" actId="47"/>
        <pc:sldMkLst>
          <pc:docMk/>
          <pc:sldMk cId="0" sldId="565"/>
        </pc:sldMkLst>
      </pc:sldChg>
      <pc:sldChg chg="del">
        <pc:chgData name="Miguel Ángel Campos Méndez" userId="402d5bdf62ce6c12" providerId="LiveId" clId="{191A8FCD-9BE1-4BA2-B493-350592633275}" dt="2020-02-19T19:35:20.641" v="332" actId="47"/>
        <pc:sldMkLst>
          <pc:docMk/>
          <pc:sldMk cId="0" sldId="566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68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69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70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71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72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73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74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75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76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77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78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79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80"/>
        </pc:sldMkLst>
      </pc:sldChg>
      <pc:sldChg chg="del">
        <pc:chgData name="Miguel Ángel Campos Méndez" userId="402d5bdf62ce6c12" providerId="LiveId" clId="{191A8FCD-9BE1-4BA2-B493-350592633275}" dt="2020-02-18T19:15:14.878" v="26" actId="2696"/>
        <pc:sldMkLst>
          <pc:docMk/>
          <pc:sldMk cId="0" sldId="581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83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84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85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86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87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448950290" sldId="588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89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90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610316877" sldId="591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92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93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94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95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97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98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599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600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601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602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603"/>
        </pc:sldMkLst>
      </pc:sldChg>
      <pc:sldChg chg="del">
        <pc:chgData name="Miguel Ángel Campos Méndez" userId="402d5bdf62ce6c12" providerId="LiveId" clId="{191A8FCD-9BE1-4BA2-B493-350592633275}" dt="2020-02-18T19:11:21.215" v="13" actId="47"/>
        <pc:sldMkLst>
          <pc:docMk/>
          <pc:sldMk cId="0" sldId="604"/>
        </pc:sldMkLst>
      </pc:sldChg>
      <pc:sldChg chg="del modTransition">
        <pc:chgData name="Miguel Ángel Campos Méndez" userId="402d5bdf62ce6c12" providerId="LiveId" clId="{191A8FCD-9BE1-4BA2-B493-350592633275}" dt="2020-02-19T18:48:50.265" v="203" actId="47"/>
        <pc:sldMkLst>
          <pc:docMk/>
          <pc:sldMk cId="0" sldId="606"/>
        </pc:sldMkLst>
      </pc:sldChg>
      <pc:sldChg chg="del">
        <pc:chgData name="Miguel Ángel Campos Méndez" userId="402d5bdf62ce6c12" providerId="LiveId" clId="{191A8FCD-9BE1-4BA2-B493-350592633275}" dt="2020-02-19T19:08:51.832" v="226" actId="2696"/>
        <pc:sldMkLst>
          <pc:docMk/>
          <pc:sldMk cId="3188138346" sldId="607"/>
        </pc:sldMkLst>
      </pc:sldChg>
      <pc:sldChg chg="del">
        <pc:chgData name="Miguel Ángel Campos Méndez" userId="402d5bdf62ce6c12" providerId="LiveId" clId="{191A8FCD-9BE1-4BA2-B493-350592633275}" dt="2020-02-19T19:08:51.832" v="226" actId="2696"/>
        <pc:sldMkLst>
          <pc:docMk/>
          <pc:sldMk cId="953146901" sldId="608"/>
        </pc:sldMkLst>
      </pc:sldChg>
      <pc:sldChg chg="add">
        <pc:chgData name="Miguel Ángel Campos Méndez" userId="402d5bdf62ce6c12" providerId="LiveId" clId="{191A8FCD-9BE1-4BA2-B493-350592633275}" dt="2020-02-19T19:09:02.463" v="227"/>
        <pc:sldMkLst>
          <pc:docMk/>
          <pc:sldMk cId="1966220282" sldId="609"/>
        </pc:sldMkLst>
      </pc:sldChg>
      <pc:sldChg chg="del">
        <pc:chgData name="Miguel Ángel Campos Méndez" userId="402d5bdf62ce6c12" providerId="LiveId" clId="{191A8FCD-9BE1-4BA2-B493-350592633275}" dt="2020-02-19T16:49:42.042" v="34" actId="47"/>
        <pc:sldMkLst>
          <pc:docMk/>
          <pc:sldMk cId="0" sldId="610"/>
        </pc:sldMkLst>
      </pc:sldChg>
      <pc:sldChg chg="del">
        <pc:chgData name="Miguel Ángel Campos Méndez" userId="402d5bdf62ce6c12" providerId="LiveId" clId="{191A8FCD-9BE1-4BA2-B493-350592633275}" dt="2020-02-19T16:49:44.830" v="35" actId="47"/>
        <pc:sldMkLst>
          <pc:docMk/>
          <pc:sldMk cId="0" sldId="611"/>
        </pc:sldMkLst>
      </pc:sldChg>
      <pc:sldChg chg="add">
        <pc:chgData name="Miguel Ángel Campos Méndez" userId="402d5bdf62ce6c12" providerId="LiveId" clId="{191A8FCD-9BE1-4BA2-B493-350592633275}" dt="2020-02-19T19:09:02.463" v="227"/>
        <pc:sldMkLst>
          <pc:docMk/>
          <pc:sldMk cId="2103686305" sldId="612"/>
        </pc:sldMkLst>
      </pc:sldChg>
      <pc:sldChg chg="modSp">
        <pc:chgData name="Miguel Ángel Campos Méndez" userId="402d5bdf62ce6c12" providerId="LiveId" clId="{191A8FCD-9BE1-4BA2-B493-350592633275}" dt="2020-02-19T16:53:59.419" v="71" actId="20577"/>
        <pc:sldMkLst>
          <pc:docMk/>
          <pc:sldMk cId="0" sldId="615"/>
        </pc:sldMkLst>
        <pc:spChg chg="mod">
          <ac:chgData name="Miguel Ángel Campos Méndez" userId="402d5bdf62ce6c12" providerId="LiveId" clId="{191A8FCD-9BE1-4BA2-B493-350592633275}" dt="2020-02-19T16:53:59.419" v="71" actId="20577"/>
          <ac:spMkLst>
            <pc:docMk/>
            <pc:sldMk cId="0" sldId="615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191A8FCD-9BE1-4BA2-B493-350592633275}" dt="2020-02-19T16:54:44.854" v="72" actId="47"/>
        <pc:sldMkLst>
          <pc:docMk/>
          <pc:sldMk cId="768830802" sldId="616"/>
        </pc:sldMkLst>
      </pc:sldChg>
      <pc:sldChg chg="modSp del">
        <pc:chgData name="Miguel Ángel Campos Méndez" userId="402d5bdf62ce6c12" providerId="LiveId" clId="{191A8FCD-9BE1-4BA2-B493-350592633275}" dt="2020-02-19T16:59:34.306" v="78" actId="47"/>
        <pc:sldMkLst>
          <pc:docMk/>
          <pc:sldMk cId="0" sldId="622"/>
        </pc:sldMkLst>
        <pc:spChg chg="mod">
          <ac:chgData name="Miguel Ángel Campos Méndez" userId="402d5bdf62ce6c12" providerId="LiveId" clId="{191A8FCD-9BE1-4BA2-B493-350592633275}" dt="2020-02-18T19:11:24.944" v="15" actId="27636"/>
          <ac:spMkLst>
            <pc:docMk/>
            <pc:sldMk cId="0" sldId="622"/>
            <ac:spMk id="3" creationId="{00000000-0000-0000-0000-000000000000}"/>
          </ac:spMkLst>
        </pc:spChg>
      </pc:sldChg>
      <pc:sldChg chg="modSp modAnim">
        <pc:chgData name="Miguel Ángel Campos Méndez" userId="402d5bdf62ce6c12" providerId="LiveId" clId="{191A8FCD-9BE1-4BA2-B493-350592633275}" dt="2020-02-19T16:59:53.023" v="79" actId="6549"/>
        <pc:sldMkLst>
          <pc:docMk/>
          <pc:sldMk cId="0" sldId="623"/>
        </pc:sldMkLst>
        <pc:spChg chg="mod">
          <ac:chgData name="Miguel Ángel Campos Méndez" userId="402d5bdf62ce6c12" providerId="LiveId" clId="{191A8FCD-9BE1-4BA2-B493-350592633275}" dt="2020-02-19T16:59:53.023" v="79" actId="6549"/>
          <ac:spMkLst>
            <pc:docMk/>
            <pc:sldMk cId="0" sldId="623"/>
            <ac:spMk id="3" creationId="{00000000-0000-0000-0000-000000000000}"/>
          </ac:spMkLst>
        </pc:spChg>
      </pc:sldChg>
      <pc:sldChg chg="modSp">
        <pc:chgData name="Miguel Ángel Campos Méndez" userId="402d5bdf62ce6c12" providerId="LiveId" clId="{191A8FCD-9BE1-4BA2-B493-350592633275}" dt="2020-02-19T17:00:05.254" v="80" actId="6549"/>
        <pc:sldMkLst>
          <pc:docMk/>
          <pc:sldMk cId="0" sldId="624"/>
        </pc:sldMkLst>
        <pc:spChg chg="mod">
          <ac:chgData name="Miguel Ángel Campos Méndez" userId="402d5bdf62ce6c12" providerId="LiveId" clId="{191A8FCD-9BE1-4BA2-B493-350592633275}" dt="2020-02-19T17:00:05.254" v="80" actId="6549"/>
          <ac:spMkLst>
            <pc:docMk/>
            <pc:sldMk cId="0" sldId="624"/>
            <ac:spMk id="3" creationId="{00000000-0000-0000-0000-000000000000}"/>
          </ac:spMkLst>
        </pc:spChg>
      </pc:sldChg>
      <pc:sldChg chg="modSp">
        <pc:chgData name="Miguel Ángel Campos Méndez" userId="402d5bdf62ce6c12" providerId="LiveId" clId="{191A8FCD-9BE1-4BA2-B493-350592633275}" dt="2020-02-19T17:00:11.364" v="81" actId="6549"/>
        <pc:sldMkLst>
          <pc:docMk/>
          <pc:sldMk cId="0" sldId="625"/>
        </pc:sldMkLst>
        <pc:spChg chg="mod">
          <ac:chgData name="Miguel Ángel Campos Méndez" userId="402d5bdf62ce6c12" providerId="LiveId" clId="{191A8FCD-9BE1-4BA2-B493-350592633275}" dt="2020-02-19T17:00:11.364" v="81" actId="6549"/>
          <ac:spMkLst>
            <pc:docMk/>
            <pc:sldMk cId="0" sldId="625"/>
            <ac:spMk id="3" creationId="{00000000-0000-0000-0000-000000000000}"/>
          </ac:spMkLst>
        </pc:spChg>
      </pc:sldChg>
      <pc:sldChg chg="addSp modSp modAnim">
        <pc:chgData name="Miguel Ángel Campos Méndez" userId="402d5bdf62ce6c12" providerId="LiveId" clId="{191A8FCD-9BE1-4BA2-B493-350592633275}" dt="2020-02-19T17:00:29.826" v="84" actId="1076"/>
        <pc:sldMkLst>
          <pc:docMk/>
          <pc:sldMk cId="0" sldId="626"/>
        </pc:sldMkLst>
        <pc:spChg chg="mod">
          <ac:chgData name="Miguel Ángel Campos Méndez" userId="402d5bdf62ce6c12" providerId="LiveId" clId="{191A8FCD-9BE1-4BA2-B493-350592633275}" dt="2020-02-19T17:00:16.228" v="82" actId="6549"/>
          <ac:spMkLst>
            <pc:docMk/>
            <pc:sldMk cId="0" sldId="626"/>
            <ac:spMk id="3" creationId="{00000000-0000-0000-0000-000000000000}"/>
          </ac:spMkLst>
        </pc:spChg>
        <pc:picChg chg="add mod">
          <ac:chgData name="Miguel Ángel Campos Méndez" userId="402d5bdf62ce6c12" providerId="LiveId" clId="{191A8FCD-9BE1-4BA2-B493-350592633275}" dt="2020-02-19T17:00:29.826" v="84" actId="1076"/>
          <ac:picMkLst>
            <pc:docMk/>
            <pc:sldMk cId="0" sldId="626"/>
            <ac:picMk id="9" creationId="{B3556E71-3DB3-4239-A5D7-F027ED818076}"/>
          </ac:picMkLst>
        </pc:picChg>
      </pc:sldChg>
      <pc:sldChg chg="del">
        <pc:chgData name="Miguel Ángel Campos Méndez" userId="402d5bdf62ce6c12" providerId="LiveId" clId="{191A8FCD-9BE1-4BA2-B493-350592633275}" dt="2020-02-19T17:00:53.691" v="85" actId="47"/>
        <pc:sldMkLst>
          <pc:docMk/>
          <pc:sldMk cId="0" sldId="627"/>
        </pc:sldMkLst>
      </pc:sldChg>
      <pc:sldChg chg="modSp add del">
        <pc:chgData name="Miguel Ángel Campos Méndez" userId="402d5bdf62ce6c12" providerId="LiveId" clId="{191A8FCD-9BE1-4BA2-B493-350592633275}" dt="2020-02-19T16:58:07.596" v="77" actId="47"/>
        <pc:sldMkLst>
          <pc:docMk/>
          <pc:sldMk cId="0" sldId="628"/>
        </pc:sldMkLst>
        <pc:spChg chg="mod">
          <ac:chgData name="Miguel Ángel Campos Méndez" userId="402d5bdf62ce6c12" providerId="LiveId" clId="{191A8FCD-9BE1-4BA2-B493-350592633275}" dt="2020-02-18T19:11:24.993" v="16" actId="27636"/>
          <ac:spMkLst>
            <pc:docMk/>
            <pc:sldMk cId="0" sldId="628"/>
            <ac:spMk id="3" creationId="{00000000-0000-0000-0000-000000000000}"/>
          </ac:spMkLst>
        </pc:spChg>
      </pc:sldChg>
      <pc:sldChg chg="del modTransition">
        <pc:chgData name="Miguel Ángel Campos Méndez" userId="402d5bdf62ce6c12" providerId="LiveId" clId="{191A8FCD-9BE1-4BA2-B493-350592633275}" dt="2020-02-19T19:27:40.715" v="329" actId="47"/>
        <pc:sldMkLst>
          <pc:docMk/>
          <pc:sldMk cId="0" sldId="629"/>
        </pc:sldMkLst>
      </pc:sldChg>
      <pc:sldChg chg="del modTransition">
        <pc:chgData name="Miguel Ángel Campos Méndez" userId="402d5bdf62ce6c12" providerId="LiveId" clId="{191A8FCD-9BE1-4BA2-B493-350592633275}" dt="2020-02-19T19:27:01.995" v="327" actId="47"/>
        <pc:sldMkLst>
          <pc:docMk/>
          <pc:sldMk cId="0" sldId="630"/>
        </pc:sldMkLst>
      </pc:sldChg>
      <pc:sldChg chg="del modTransition">
        <pc:chgData name="Miguel Ángel Campos Méndez" userId="402d5bdf62ce6c12" providerId="LiveId" clId="{191A8FCD-9BE1-4BA2-B493-350592633275}" dt="2020-02-19T19:27:07.389" v="328" actId="47"/>
        <pc:sldMkLst>
          <pc:docMk/>
          <pc:sldMk cId="0" sldId="631"/>
        </pc:sldMkLst>
      </pc:sldChg>
      <pc:sldChg chg="del modTransition">
        <pc:chgData name="Miguel Ángel Campos Méndez" userId="402d5bdf62ce6c12" providerId="LiveId" clId="{191A8FCD-9BE1-4BA2-B493-350592633275}" dt="2020-02-19T19:27:40.715" v="329" actId="47"/>
        <pc:sldMkLst>
          <pc:docMk/>
          <pc:sldMk cId="0" sldId="632"/>
        </pc:sldMkLst>
      </pc:sldChg>
      <pc:sldChg chg="del modTransition">
        <pc:chgData name="Miguel Ángel Campos Méndez" userId="402d5bdf62ce6c12" providerId="LiveId" clId="{191A8FCD-9BE1-4BA2-B493-350592633275}" dt="2020-02-19T19:27:40.715" v="329" actId="47"/>
        <pc:sldMkLst>
          <pc:docMk/>
          <pc:sldMk cId="0" sldId="634"/>
        </pc:sldMkLst>
      </pc:sldChg>
      <pc:sldChg chg="del">
        <pc:chgData name="Miguel Ángel Campos Méndez" userId="402d5bdf62ce6c12" providerId="LiveId" clId="{191A8FCD-9BE1-4BA2-B493-350592633275}" dt="2020-02-19T17:02:23.702" v="86" actId="47"/>
        <pc:sldMkLst>
          <pc:docMk/>
          <pc:sldMk cId="0" sldId="635"/>
        </pc:sldMkLst>
      </pc:sldChg>
      <pc:sldChg chg="del modTransition">
        <pc:chgData name="Miguel Ángel Campos Méndez" userId="402d5bdf62ce6c12" providerId="LiveId" clId="{191A8FCD-9BE1-4BA2-B493-350592633275}" dt="2020-02-19T19:27:40.715" v="329" actId="47"/>
        <pc:sldMkLst>
          <pc:docMk/>
          <pc:sldMk cId="0" sldId="636"/>
        </pc:sldMkLst>
      </pc:sldChg>
      <pc:sldChg chg="add del">
        <pc:chgData name="Miguel Ángel Campos Méndez" userId="402d5bdf62ce6c12" providerId="LiveId" clId="{191A8FCD-9BE1-4BA2-B493-350592633275}" dt="2020-02-19T19:16:33.738" v="313"/>
        <pc:sldMkLst>
          <pc:docMk/>
          <pc:sldMk cId="0" sldId="641"/>
        </pc:sldMkLst>
      </pc:sldChg>
      <pc:sldChg chg="add del">
        <pc:chgData name="Miguel Ángel Campos Méndez" userId="402d5bdf62ce6c12" providerId="LiveId" clId="{191A8FCD-9BE1-4BA2-B493-350592633275}" dt="2020-02-19T19:16:33.738" v="313"/>
        <pc:sldMkLst>
          <pc:docMk/>
          <pc:sldMk cId="0" sldId="642"/>
        </pc:sldMkLst>
      </pc:sldChg>
      <pc:sldChg chg="modSp add del modTransition modAnim">
        <pc:chgData name="Miguel Ángel Campos Méndez" userId="402d5bdf62ce6c12" providerId="LiveId" clId="{191A8FCD-9BE1-4BA2-B493-350592633275}" dt="2020-02-19T19:18:08.660" v="326" actId="20577"/>
        <pc:sldMkLst>
          <pc:docMk/>
          <pc:sldMk cId="0" sldId="643"/>
        </pc:sldMkLst>
        <pc:spChg chg="mod">
          <ac:chgData name="Miguel Ángel Campos Méndez" userId="402d5bdf62ce6c12" providerId="LiveId" clId="{191A8FCD-9BE1-4BA2-B493-350592633275}" dt="2020-02-19T19:18:08.660" v="326" actId="20577"/>
          <ac:spMkLst>
            <pc:docMk/>
            <pc:sldMk cId="0" sldId="643"/>
            <ac:spMk id="3" creationId="{00000000-0000-0000-0000-000000000000}"/>
          </ac:spMkLst>
        </pc:spChg>
      </pc:sldChg>
      <pc:sldChg chg="del">
        <pc:chgData name="Miguel Ángel Campos Méndez" userId="402d5bdf62ce6c12" providerId="LiveId" clId="{191A8FCD-9BE1-4BA2-B493-350592633275}" dt="2020-02-19T17:13:18.547" v="191" actId="47"/>
        <pc:sldMkLst>
          <pc:docMk/>
          <pc:sldMk cId="0" sldId="647"/>
        </pc:sldMkLst>
      </pc:sldChg>
      <pc:sldChg chg="modSp">
        <pc:chgData name="Miguel Ángel Campos Méndez" userId="402d5bdf62ce6c12" providerId="LiveId" clId="{191A8FCD-9BE1-4BA2-B493-350592633275}" dt="2020-02-18T19:11:25.932" v="22" actId="27636"/>
        <pc:sldMkLst>
          <pc:docMk/>
          <pc:sldMk cId="0" sldId="655"/>
        </pc:sldMkLst>
        <pc:spChg chg="mod">
          <ac:chgData name="Miguel Ángel Campos Méndez" userId="402d5bdf62ce6c12" providerId="LiveId" clId="{191A8FCD-9BE1-4BA2-B493-350592633275}" dt="2020-02-18T19:11:25.932" v="22" actId="27636"/>
          <ac:spMkLst>
            <pc:docMk/>
            <pc:sldMk cId="0" sldId="655"/>
            <ac:spMk id="3" creationId="{00000000-0000-0000-0000-000000000000}"/>
          </ac:spMkLst>
        </pc:spChg>
      </pc:sldChg>
      <pc:sldChg chg="modSp add del">
        <pc:chgData name="Miguel Ángel Campos Méndez" userId="402d5bdf62ce6c12" providerId="LiveId" clId="{191A8FCD-9BE1-4BA2-B493-350592633275}" dt="2020-02-18T19:22:57.511" v="31" actId="47"/>
        <pc:sldMkLst>
          <pc:docMk/>
          <pc:sldMk cId="0" sldId="660"/>
        </pc:sldMkLst>
        <pc:spChg chg="mod">
          <ac:chgData name="Miguel Ángel Campos Méndez" userId="402d5bdf62ce6c12" providerId="LiveId" clId="{191A8FCD-9BE1-4BA2-B493-350592633275}" dt="2020-02-18T19:11:26.095" v="23" actId="27636"/>
          <ac:spMkLst>
            <pc:docMk/>
            <pc:sldMk cId="0" sldId="660"/>
            <ac:spMk id="3" creationId="{00000000-0000-0000-0000-000000000000}"/>
          </ac:spMkLst>
        </pc:spChg>
      </pc:sldChg>
      <pc:sldChg chg="modSp del">
        <pc:chgData name="Miguel Ángel Campos Méndez" userId="402d5bdf62ce6c12" providerId="LiveId" clId="{191A8FCD-9BE1-4BA2-B493-350592633275}" dt="2020-02-18T19:22:58.703" v="32" actId="47"/>
        <pc:sldMkLst>
          <pc:docMk/>
          <pc:sldMk cId="0" sldId="661"/>
        </pc:sldMkLst>
        <pc:spChg chg="mod">
          <ac:chgData name="Miguel Ángel Campos Méndez" userId="402d5bdf62ce6c12" providerId="LiveId" clId="{191A8FCD-9BE1-4BA2-B493-350592633275}" dt="2020-02-18T19:11:26.251" v="24" actId="27636"/>
          <ac:spMkLst>
            <pc:docMk/>
            <pc:sldMk cId="0" sldId="661"/>
            <ac:spMk id="3" creationId="{00000000-0000-0000-0000-000000000000}"/>
          </ac:spMkLst>
        </pc:spChg>
      </pc:sldChg>
      <pc:sldChg chg="modSp del">
        <pc:chgData name="Miguel Ángel Campos Méndez" userId="402d5bdf62ce6c12" providerId="LiveId" clId="{191A8FCD-9BE1-4BA2-B493-350592633275}" dt="2020-02-18T19:23:06.169" v="33" actId="47"/>
        <pc:sldMkLst>
          <pc:docMk/>
          <pc:sldMk cId="0" sldId="663"/>
        </pc:sldMkLst>
        <pc:spChg chg="mod">
          <ac:chgData name="Miguel Ángel Campos Méndez" userId="402d5bdf62ce6c12" providerId="LiveId" clId="{191A8FCD-9BE1-4BA2-B493-350592633275}" dt="2020-02-18T19:11:26.344" v="25" actId="27636"/>
          <ac:spMkLst>
            <pc:docMk/>
            <pc:sldMk cId="0" sldId="663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E0A7E2-9499-4208-9DC3-371023A3AB0B}" type="doc">
      <dgm:prSet loTypeId="urn:microsoft.com/office/officeart/2005/8/layout/hierarchy2" loCatId="hierarchy" qsTypeId="urn:microsoft.com/office/officeart/2005/8/quickstyle/simple4" qsCatId="simple" csTypeId="urn:microsoft.com/office/officeart/2005/8/colors/accent1_3" csCatId="accent1" phldr="1"/>
      <dgm:spPr/>
      <dgm:t>
        <a:bodyPr/>
        <a:lstStyle/>
        <a:p>
          <a:endParaRPr lang="es-ES"/>
        </a:p>
      </dgm:t>
    </dgm:pt>
    <dgm:pt modelId="{D0C5D660-2AD6-4950-A93F-D8591A7265C6}">
      <dgm:prSet phldrT="[Texto]" custT="1"/>
      <dgm:spPr>
        <a:solidFill>
          <a:schemeClr val="accent1">
            <a:shade val="80000"/>
            <a:hueOff val="0"/>
            <a:satOff val="0"/>
            <a:lumOff val="0"/>
            <a:tint val="98000"/>
            <a:shade val="25000"/>
            <a:satMod val="250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72000" tIns="72000" rIns="72000" bIns="72000"/>
        <a:lstStyle/>
        <a:p>
          <a:r>
            <a: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rPr>
            <a:t>Datos</a:t>
          </a:r>
        </a:p>
      </dgm:t>
    </dgm:pt>
    <dgm:pt modelId="{8E7534BF-584A-401C-89C8-E91A0CC294FD}" type="parTrans" cxnId="{2C5A7AC8-FE68-4D28-B312-FBFA89EF7CE1}">
      <dgm:prSet/>
      <dgm:spPr/>
      <dgm:t>
        <a:bodyPr/>
        <a:lstStyle/>
        <a:p>
          <a:endParaRPr lang="es-ES" sz="20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endParaRPr>
        </a:p>
      </dgm:t>
    </dgm:pt>
    <dgm:pt modelId="{370EC8BC-4420-4CF9-967C-2572DEBB91CA}" type="sibTrans" cxnId="{2C5A7AC8-FE68-4D28-B312-FBFA89EF7CE1}">
      <dgm:prSet/>
      <dgm:spPr/>
      <dgm:t>
        <a:bodyPr/>
        <a:lstStyle/>
        <a:p>
          <a:endParaRPr lang="es-ES" sz="20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endParaRPr>
        </a:p>
      </dgm:t>
    </dgm:pt>
    <dgm:pt modelId="{6D9A400B-79F2-4523-9513-B62501B3D612}">
      <dgm:prSet phldrT="[Texto]" custT="1"/>
      <dgm:spPr>
        <a:solidFill>
          <a:schemeClr val="accent1">
            <a:tint val="99000"/>
            <a:hueOff val="0"/>
            <a:satOff val="0"/>
            <a:lumOff val="0"/>
            <a:tint val="98000"/>
            <a:shade val="25000"/>
            <a:satMod val="250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bIns="72000"/>
        <a:lstStyle/>
        <a:p>
          <a:r>
            <a: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rPr>
            <a:t>Constantes</a:t>
          </a:r>
        </a:p>
      </dgm:t>
    </dgm:pt>
    <dgm:pt modelId="{B49393F9-2651-4FE1-BE7A-DC419BCD3D86}" type="parTrans" cxnId="{8178CA46-5FB3-4E67-BBCD-F1FAC630620C}">
      <dgm:prSet custT="1"/>
      <dgm:spPr>
        <a:ln w="38100">
          <a:solidFill>
            <a:srgbClr val="FFC000"/>
          </a:solidFill>
        </a:ln>
      </dgm:spPr>
      <dgm:t>
        <a:bodyPr/>
        <a:lstStyle/>
        <a:p>
          <a:endParaRPr lang="es-ES" sz="200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Cambria" pitchFamily="18" charset="0"/>
          </a:endParaRPr>
        </a:p>
      </dgm:t>
    </dgm:pt>
    <dgm:pt modelId="{C0014F0E-90AE-41FB-8C7F-69A5E106B628}" type="sibTrans" cxnId="{8178CA46-5FB3-4E67-BBCD-F1FAC630620C}">
      <dgm:prSet/>
      <dgm:spPr/>
      <dgm:t>
        <a:bodyPr/>
        <a:lstStyle/>
        <a:p>
          <a:endParaRPr lang="es-ES" sz="20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endParaRPr>
        </a:p>
      </dgm:t>
    </dgm:pt>
    <dgm:pt modelId="{7A22AFC8-D24C-46D2-BADD-D6B2743FAAE8}">
      <dgm:prSet phldrT="[Texto]" custT="1"/>
      <dgm:spPr>
        <a:solidFill>
          <a:schemeClr val="accent1">
            <a:tint val="99000"/>
            <a:hueOff val="0"/>
            <a:satOff val="0"/>
            <a:lumOff val="0"/>
            <a:tint val="98000"/>
            <a:shade val="25000"/>
            <a:satMod val="250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bIns="72000"/>
        <a:lstStyle/>
        <a:p>
          <a:r>
            <a: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rPr>
            <a:t>Literales</a:t>
          </a:r>
        </a:p>
      </dgm:t>
    </dgm:pt>
    <dgm:pt modelId="{0D2DF6B4-51D0-4A35-8E15-23AB00454D47}" type="parTrans" cxnId="{61713658-1FA3-4168-B781-7C4C353A1DC3}">
      <dgm:prSet custT="1"/>
      <dgm:spPr>
        <a:ln w="38100">
          <a:solidFill>
            <a:srgbClr val="FFC000"/>
          </a:solidFill>
        </a:ln>
      </dgm:spPr>
      <dgm:t>
        <a:bodyPr/>
        <a:lstStyle/>
        <a:p>
          <a:endParaRPr lang="es-ES" sz="200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Cambria" pitchFamily="18" charset="0"/>
          </a:endParaRPr>
        </a:p>
      </dgm:t>
    </dgm:pt>
    <dgm:pt modelId="{6AFFD4B3-AB1D-4F13-98C2-B75372D0AA19}" type="sibTrans" cxnId="{61713658-1FA3-4168-B781-7C4C353A1DC3}">
      <dgm:prSet/>
      <dgm:spPr/>
      <dgm:t>
        <a:bodyPr/>
        <a:lstStyle/>
        <a:p>
          <a:endParaRPr lang="es-ES" sz="20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endParaRPr>
        </a:p>
      </dgm:t>
    </dgm:pt>
    <dgm:pt modelId="{E580AE87-C95E-40BA-A13C-9E0DB5D4E9A9}">
      <dgm:prSet phldrT="[Texto]" custT="1"/>
      <dgm:spPr>
        <a:solidFill>
          <a:srgbClr val="0037A8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bIns="72000"/>
        <a:lstStyle/>
        <a:p>
          <a:r>
            <a:rPr lang="es-E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rPr>
            <a:t>Con nombre</a:t>
          </a:r>
          <a:endParaRPr lang="es-E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endParaRPr>
        </a:p>
      </dgm:t>
    </dgm:pt>
    <dgm:pt modelId="{A480E21F-3BEF-431F-A03A-0A26708952B8}" type="parTrans" cxnId="{F05A933D-8545-436E-9FC9-CCD084CFD8CF}">
      <dgm:prSet custT="1"/>
      <dgm:spPr>
        <a:ln w="38100">
          <a:solidFill>
            <a:srgbClr val="FFC000"/>
          </a:solidFill>
        </a:ln>
      </dgm:spPr>
      <dgm:t>
        <a:bodyPr/>
        <a:lstStyle/>
        <a:p>
          <a:endParaRPr lang="es-ES" sz="200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Cambria" pitchFamily="18" charset="0"/>
          </a:endParaRPr>
        </a:p>
      </dgm:t>
    </dgm:pt>
    <dgm:pt modelId="{05A8569B-CB3F-4A7A-9A4D-FF0C6D53AD2F}" type="sibTrans" cxnId="{F05A933D-8545-436E-9FC9-CCD084CFD8CF}">
      <dgm:prSet/>
      <dgm:spPr/>
      <dgm:t>
        <a:bodyPr/>
        <a:lstStyle/>
        <a:p>
          <a:endParaRPr lang="es-ES" sz="20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endParaRPr>
        </a:p>
      </dgm:t>
    </dgm:pt>
    <dgm:pt modelId="{1BD55023-571C-45CB-85A2-9B765928AFB1}">
      <dgm:prSet phldrT="[Texto]" custT="1"/>
      <dgm:spPr>
        <a:solidFill>
          <a:srgbClr val="0037A8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bIns="72000"/>
        <a:lstStyle/>
        <a:p>
          <a:r>
            <a: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rPr>
            <a:t>Variables</a:t>
          </a:r>
        </a:p>
      </dgm:t>
    </dgm:pt>
    <dgm:pt modelId="{565501C4-C62C-4E8B-B897-A8D611A7A3F1}" type="parTrans" cxnId="{6EB8FCEA-BFFC-4DB5-92A8-FF49245E6924}">
      <dgm:prSet custT="1"/>
      <dgm:spPr>
        <a:ln w="38100">
          <a:solidFill>
            <a:srgbClr val="FFC000"/>
          </a:solidFill>
        </a:ln>
      </dgm:spPr>
      <dgm:t>
        <a:bodyPr/>
        <a:lstStyle/>
        <a:p>
          <a:endParaRPr lang="es-ES" sz="200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Cambria" pitchFamily="18" charset="0"/>
          </a:endParaRPr>
        </a:p>
      </dgm:t>
    </dgm:pt>
    <dgm:pt modelId="{33A6F444-AF86-46C4-B871-FF5AD3D02AAF}" type="sibTrans" cxnId="{6EB8FCEA-BFFC-4DB5-92A8-FF49245E6924}">
      <dgm:prSet/>
      <dgm:spPr/>
      <dgm:t>
        <a:bodyPr/>
        <a:lstStyle/>
        <a:p>
          <a:endParaRPr lang="es-ES" sz="20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endParaRPr>
        </a:p>
      </dgm:t>
    </dgm:pt>
    <dgm:pt modelId="{D7F2A1A1-B21E-4610-88F7-B6AC316261B4}" type="pres">
      <dgm:prSet presAssocID="{1BE0A7E2-9499-4208-9DC3-371023A3AB0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F2B39E5-F036-4029-8E82-BE3FFC3E3F37}" type="pres">
      <dgm:prSet presAssocID="{D0C5D660-2AD6-4950-A93F-D8591A7265C6}" presName="root1" presStyleCnt="0"/>
      <dgm:spPr/>
    </dgm:pt>
    <dgm:pt modelId="{BE78C15F-6861-4DC1-A290-221C31C09D88}" type="pres">
      <dgm:prSet presAssocID="{D0C5D660-2AD6-4950-A93F-D8591A7265C6}" presName="LevelOneTextNode" presStyleLbl="node0" presStyleIdx="0" presStyleCnt="1" custScaleX="59418">
        <dgm:presLayoutVars>
          <dgm:chPref val="3"/>
        </dgm:presLayoutVars>
      </dgm:prSet>
      <dgm:spPr/>
    </dgm:pt>
    <dgm:pt modelId="{C14252DB-1F50-4F8F-8483-023B3B273837}" type="pres">
      <dgm:prSet presAssocID="{D0C5D660-2AD6-4950-A93F-D8591A7265C6}" presName="level2hierChild" presStyleCnt="0"/>
      <dgm:spPr/>
    </dgm:pt>
    <dgm:pt modelId="{DF79D6D8-1892-4FA6-8872-C772E793CF00}" type="pres">
      <dgm:prSet presAssocID="{B49393F9-2651-4FE1-BE7A-DC419BCD3D86}" presName="conn2-1" presStyleLbl="parChTrans1D2" presStyleIdx="0" presStyleCnt="2"/>
      <dgm:spPr/>
    </dgm:pt>
    <dgm:pt modelId="{7441104C-FA75-4F39-AACB-49DDC7625B0D}" type="pres">
      <dgm:prSet presAssocID="{B49393F9-2651-4FE1-BE7A-DC419BCD3D86}" presName="connTx" presStyleLbl="parChTrans1D2" presStyleIdx="0" presStyleCnt="2"/>
      <dgm:spPr/>
    </dgm:pt>
    <dgm:pt modelId="{D0E555F7-F0D2-4F23-82F5-79CC78309959}" type="pres">
      <dgm:prSet presAssocID="{6D9A400B-79F2-4523-9513-B62501B3D612}" presName="root2" presStyleCnt="0"/>
      <dgm:spPr/>
    </dgm:pt>
    <dgm:pt modelId="{C2773379-D5F9-43BF-A8D9-5D2B3569070B}" type="pres">
      <dgm:prSet presAssocID="{6D9A400B-79F2-4523-9513-B62501B3D612}" presName="LevelTwoTextNode" presStyleLbl="node2" presStyleIdx="0" presStyleCnt="2" custScaleX="84591" custLinFactNeighborX="990" custLinFactNeighborY="-28181">
        <dgm:presLayoutVars>
          <dgm:chPref val="3"/>
        </dgm:presLayoutVars>
      </dgm:prSet>
      <dgm:spPr/>
    </dgm:pt>
    <dgm:pt modelId="{9F1AC9E9-248E-453E-A93F-FF06B27BE510}" type="pres">
      <dgm:prSet presAssocID="{6D9A400B-79F2-4523-9513-B62501B3D612}" presName="level3hierChild" presStyleCnt="0"/>
      <dgm:spPr/>
    </dgm:pt>
    <dgm:pt modelId="{7B3CCA0E-CFCA-4224-8066-3BD16084D237}" type="pres">
      <dgm:prSet presAssocID="{0D2DF6B4-51D0-4A35-8E15-23AB00454D47}" presName="conn2-1" presStyleLbl="parChTrans1D3" presStyleIdx="0" presStyleCnt="2"/>
      <dgm:spPr/>
    </dgm:pt>
    <dgm:pt modelId="{55ED6390-7529-492E-A554-3394ACEB965D}" type="pres">
      <dgm:prSet presAssocID="{0D2DF6B4-51D0-4A35-8E15-23AB00454D47}" presName="connTx" presStyleLbl="parChTrans1D3" presStyleIdx="0" presStyleCnt="2"/>
      <dgm:spPr/>
    </dgm:pt>
    <dgm:pt modelId="{3387C318-0199-435A-AFBE-AA8FF618933B}" type="pres">
      <dgm:prSet presAssocID="{7A22AFC8-D24C-46D2-BADD-D6B2743FAAE8}" presName="root2" presStyleCnt="0"/>
      <dgm:spPr/>
    </dgm:pt>
    <dgm:pt modelId="{0BD217C8-915B-4CE0-9E92-F417377D4179}" type="pres">
      <dgm:prSet presAssocID="{7A22AFC8-D24C-46D2-BADD-D6B2743FAAE8}" presName="LevelTwoTextNode" presStyleLbl="node3" presStyleIdx="0" presStyleCnt="2" custLinFactNeighborX="-890" custLinFactNeighborY="-41969">
        <dgm:presLayoutVars>
          <dgm:chPref val="3"/>
        </dgm:presLayoutVars>
      </dgm:prSet>
      <dgm:spPr/>
    </dgm:pt>
    <dgm:pt modelId="{2FA9C3F3-37F7-4AC4-9C7C-5EEDF504FEF9}" type="pres">
      <dgm:prSet presAssocID="{7A22AFC8-D24C-46D2-BADD-D6B2743FAAE8}" presName="level3hierChild" presStyleCnt="0"/>
      <dgm:spPr/>
    </dgm:pt>
    <dgm:pt modelId="{4E74573E-298F-455A-B882-3E984A574FA1}" type="pres">
      <dgm:prSet presAssocID="{A480E21F-3BEF-431F-A03A-0A26708952B8}" presName="conn2-1" presStyleLbl="parChTrans1D3" presStyleIdx="1" presStyleCnt="2"/>
      <dgm:spPr/>
    </dgm:pt>
    <dgm:pt modelId="{CAB5423F-495A-41C0-A160-5A6D772BFCD9}" type="pres">
      <dgm:prSet presAssocID="{A480E21F-3BEF-431F-A03A-0A26708952B8}" presName="connTx" presStyleLbl="parChTrans1D3" presStyleIdx="1" presStyleCnt="2"/>
      <dgm:spPr/>
    </dgm:pt>
    <dgm:pt modelId="{B8E98690-C206-49D5-80D8-CEDE8F89DE27}" type="pres">
      <dgm:prSet presAssocID="{E580AE87-C95E-40BA-A13C-9E0DB5D4E9A9}" presName="root2" presStyleCnt="0"/>
      <dgm:spPr/>
    </dgm:pt>
    <dgm:pt modelId="{96468C62-3896-4B07-B46F-9B2DE44DEFE9}" type="pres">
      <dgm:prSet presAssocID="{E580AE87-C95E-40BA-A13C-9E0DB5D4E9A9}" presName="LevelTwoTextNode" presStyleLbl="node3" presStyleIdx="1" presStyleCnt="2" custLinFactNeighborX="-890" custLinFactNeighborY="-14394">
        <dgm:presLayoutVars>
          <dgm:chPref val="3"/>
        </dgm:presLayoutVars>
      </dgm:prSet>
      <dgm:spPr/>
    </dgm:pt>
    <dgm:pt modelId="{11F86B4A-5C8E-47B9-B725-A5A3A83E1D5B}" type="pres">
      <dgm:prSet presAssocID="{E580AE87-C95E-40BA-A13C-9E0DB5D4E9A9}" presName="level3hierChild" presStyleCnt="0"/>
      <dgm:spPr/>
    </dgm:pt>
    <dgm:pt modelId="{9FAF5EB9-699B-427B-B7F4-07AB5A97761F}" type="pres">
      <dgm:prSet presAssocID="{565501C4-C62C-4E8B-B897-A8D611A7A3F1}" presName="conn2-1" presStyleLbl="parChTrans1D2" presStyleIdx="1" presStyleCnt="2"/>
      <dgm:spPr/>
    </dgm:pt>
    <dgm:pt modelId="{E62160FF-7B2D-49EB-ABC3-587B46C4C256}" type="pres">
      <dgm:prSet presAssocID="{565501C4-C62C-4E8B-B897-A8D611A7A3F1}" presName="connTx" presStyleLbl="parChTrans1D2" presStyleIdx="1" presStyleCnt="2"/>
      <dgm:spPr/>
    </dgm:pt>
    <dgm:pt modelId="{CEA0625E-A1D6-4131-B0B3-CF0ADEF2E347}" type="pres">
      <dgm:prSet presAssocID="{1BD55023-571C-45CB-85A2-9B765928AFB1}" presName="root2" presStyleCnt="0"/>
      <dgm:spPr/>
    </dgm:pt>
    <dgm:pt modelId="{1BD218A3-3EB1-4271-BBA6-66EFE93BBB72}" type="pres">
      <dgm:prSet presAssocID="{1BD55023-571C-45CB-85A2-9B765928AFB1}" presName="LevelTwoTextNode" presStyleLbl="node2" presStyleIdx="1" presStyleCnt="2" custScaleX="92345" custLinFactNeighborX="990" custLinFactNeighborY="43949">
        <dgm:presLayoutVars>
          <dgm:chPref val="3"/>
        </dgm:presLayoutVars>
      </dgm:prSet>
      <dgm:spPr/>
    </dgm:pt>
    <dgm:pt modelId="{96580179-7265-44AA-ADDC-2A32CAB7D126}" type="pres">
      <dgm:prSet presAssocID="{1BD55023-571C-45CB-85A2-9B765928AFB1}" presName="level3hierChild" presStyleCnt="0"/>
      <dgm:spPr/>
    </dgm:pt>
  </dgm:ptLst>
  <dgm:cxnLst>
    <dgm:cxn modelId="{8AF27B00-DE91-4BB5-8833-E13DF26027ED}" type="presOf" srcId="{E580AE87-C95E-40BA-A13C-9E0DB5D4E9A9}" destId="{96468C62-3896-4B07-B46F-9B2DE44DEFE9}" srcOrd="0" destOrd="0" presId="urn:microsoft.com/office/officeart/2005/8/layout/hierarchy2"/>
    <dgm:cxn modelId="{329B0428-7877-49EC-9FF2-C6B7458520C5}" type="presOf" srcId="{A480E21F-3BEF-431F-A03A-0A26708952B8}" destId="{4E74573E-298F-455A-B882-3E984A574FA1}" srcOrd="0" destOrd="0" presId="urn:microsoft.com/office/officeart/2005/8/layout/hierarchy2"/>
    <dgm:cxn modelId="{F05A933D-8545-436E-9FC9-CCD084CFD8CF}" srcId="{6D9A400B-79F2-4523-9513-B62501B3D612}" destId="{E580AE87-C95E-40BA-A13C-9E0DB5D4E9A9}" srcOrd="1" destOrd="0" parTransId="{A480E21F-3BEF-431F-A03A-0A26708952B8}" sibTransId="{05A8569B-CB3F-4A7A-9A4D-FF0C6D53AD2F}"/>
    <dgm:cxn modelId="{8178CA46-5FB3-4E67-BBCD-F1FAC630620C}" srcId="{D0C5D660-2AD6-4950-A93F-D8591A7265C6}" destId="{6D9A400B-79F2-4523-9513-B62501B3D612}" srcOrd="0" destOrd="0" parTransId="{B49393F9-2651-4FE1-BE7A-DC419BCD3D86}" sibTransId="{C0014F0E-90AE-41FB-8C7F-69A5E106B628}"/>
    <dgm:cxn modelId="{66CA8A4A-D544-4898-B79F-643DC13ECEBB}" type="presOf" srcId="{0D2DF6B4-51D0-4A35-8E15-23AB00454D47}" destId="{7B3CCA0E-CFCA-4224-8066-3BD16084D237}" srcOrd="0" destOrd="0" presId="urn:microsoft.com/office/officeart/2005/8/layout/hierarchy2"/>
    <dgm:cxn modelId="{B5249F6D-5559-4686-9A52-938987ED9A0E}" type="presOf" srcId="{1BE0A7E2-9499-4208-9DC3-371023A3AB0B}" destId="{D7F2A1A1-B21E-4610-88F7-B6AC316261B4}" srcOrd="0" destOrd="0" presId="urn:microsoft.com/office/officeart/2005/8/layout/hierarchy2"/>
    <dgm:cxn modelId="{DDFB5E75-6FB0-4EC0-8002-8560E62594AB}" type="presOf" srcId="{D0C5D660-2AD6-4950-A93F-D8591A7265C6}" destId="{BE78C15F-6861-4DC1-A290-221C31C09D88}" srcOrd="0" destOrd="0" presId="urn:microsoft.com/office/officeart/2005/8/layout/hierarchy2"/>
    <dgm:cxn modelId="{61713658-1FA3-4168-B781-7C4C353A1DC3}" srcId="{6D9A400B-79F2-4523-9513-B62501B3D612}" destId="{7A22AFC8-D24C-46D2-BADD-D6B2743FAAE8}" srcOrd="0" destOrd="0" parTransId="{0D2DF6B4-51D0-4A35-8E15-23AB00454D47}" sibTransId="{6AFFD4B3-AB1D-4F13-98C2-B75372D0AA19}"/>
    <dgm:cxn modelId="{BDC3F281-234E-42C5-B82E-02FB1613058E}" type="presOf" srcId="{1BD55023-571C-45CB-85A2-9B765928AFB1}" destId="{1BD218A3-3EB1-4271-BBA6-66EFE93BBB72}" srcOrd="0" destOrd="0" presId="urn:microsoft.com/office/officeart/2005/8/layout/hierarchy2"/>
    <dgm:cxn modelId="{F2F6CE89-E9C8-41D1-93DA-27A01BB7E5B0}" type="presOf" srcId="{B49393F9-2651-4FE1-BE7A-DC419BCD3D86}" destId="{7441104C-FA75-4F39-AACB-49DDC7625B0D}" srcOrd="1" destOrd="0" presId="urn:microsoft.com/office/officeart/2005/8/layout/hierarchy2"/>
    <dgm:cxn modelId="{9A3C888C-B8F5-4C35-A144-3C30D832DDC3}" type="presOf" srcId="{565501C4-C62C-4E8B-B897-A8D611A7A3F1}" destId="{9FAF5EB9-699B-427B-B7F4-07AB5A97761F}" srcOrd="0" destOrd="0" presId="urn:microsoft.com/office/officeart/2005/8/layout/hierarchy2"/>
    <dgm:cxn modelId="{66D084B7-BCF9-42AA-9B44-C638128CC700}" type="presOf" srcId="{6D9A400B-79F2-4523-9513-B62501B3D612}" destId="{C2773379-D5F9-43BF-A8D9-5D2B3569070B}" srcOrd="0" destOrd="0" presId="urn:microsoft.com/office/officeart/2005/8/layout/hierarchy2"/>
    <dgm:cxn modelId="{53A8D8BB-F3C6-4543-A408-9B4DB9FC952D}" type="presOf" srcId="{B49393F9-2651-4FE1-BE7A-DC419BCD3D86}" destId="{DF79D6D8-1892-4FA6-8872-C772E793CF00}" srcOrd="0" destOrd="0" presId="urn:microsoft.com/office/officeart/2005/8/layout/hierarchy2"/>
    <dgm:cxn modelId="{2599FEBD-98E5-472D-8821-E98B55D7E19B}" type="presOf" srcId="{0D2DF6B4-51D0-4A35-8E15-23AB00454D47}" destId="{55ED6390-7529-492E-A554-3394ACEB965D}" srcOrd="1" destOrd="0" presId="urn:microsoft.com/office/officeart/2005/8/layout/hierarchy2"/>
    <dgm:cxn modelId="{2C5A7AC8-FE68-4D28-B312-FBFA89EF7CE1}" srcId="{1BE0A7E2-9499-4208-9DC3-371023A3AB0B}" destId="{D0C5D660-2AD6-4950-A93F-D8591A7265C6}" srcOrd="0" destOrd="0" parTransId="{8E7534BF-584A-401C-89C8-E91A0CC294FD}" sibTransId="{370EC8BC-4420-4CF9-967C-2572DEBB91CA}"/>
    <dgm:cxn modelId="{D57CBFE7-E188-46B2-8E1B-95B704DD2A2F}" type="presOf" srcId="{7A22AFC8-D24C-46D2-BADD-D6B2743FAAE8}" destId="{0BD217C8-915B-4CE0-9E92-F417377D4179}" srcOrd="0" destOrd="0" presId="urn:microsoft.com/office/officeart/2005/8/layout/hierarchy2"/>
    <dgm:cxn modelId="{6EB8FCEA-BFFC-4DB5-92A8-FF49245E6924}" srcId="{D0C5D660-2AD6-4950-A93F-D8591A7265C6}" destId="{1BD55023-571C-45CB-85A2-9B765928AFB1}" srcOrd="1" destOrd="0" parTransId="{565501C4-C62C-4E8B-B897-A8D611A7A3F1}" sibTransId="{33A6F444-AF86-46C4-B871-FF5AD3D02AAF}"/>
    <dgm:cxn modelId="{012CD7F9-966F-43B6-B9CB-722FD29BB633}" type="presOf" srcId="{565501C4-C62C-4E8B-B897-A8D611A7A3F1}" destId="{E62160FF-7B2D-49EB-ABC3-587B46C4C256}" srcOrd="1" destOrd="0" presId="urn:microsoft.com/office/officeart/2005/8/layout/hierarchy2"/>
    <dgm:cxn modelId="{CEA4F9FB-552E-4533-AB61-45B13F17B80D}" type="presOf" srcId="{A480E21F-3BEF-431F-A03A-0A26708952B8}" destId="{CAB5423F-495A-41C0-A160-5A6D772BFCD9}" srcOrd="1" destOrd="0" presId="urn:microsoft.com/office/officeart/2005/8/layout/hierarchy2"/>
    <dgm:cxn modelId="{1D7C68C0-68DA-4A3F-9C92-B699CD99C346}" type="presParOf" srcId="{D7F2A1A1-B21E-4610-88F7-B6AC316261B4}" destId="{2F2B39E5-F036-4029-8E82-BE3FFC3E3F37}" srcOrd="0" destOrd="0" presId="urn:microsoft.com/office/officeart/2005/8/layout/hierarchy2"/>
    <dgm:cxn modelId="{9B5D0595-9388-4474-A89B-80554A176D5A}" type="presParOf" srcId="{2F2B39E5-F036-4029-8E82-BE3FFC3E3F37}" destId="{BE78C15F-6861-4DC1-A290-221C31C09D88}" srcOrd="0" destOrd="0" presId="urn:microsoft.com/office/officeart/2005/8/layout/hierarchy2"/>
    <dgm:cxn modelId="{E5055C82-4EA5-49A9-860B-95B769C87071}" type="presParOf" srcId="{2F2B39E5-F036-4029-8E82-BE3FFC3E3F37}" destId="{C14252DB-1F50-4F8F-8483-023B3B273837}" srcOrd="1" destOrd="0" presId="urn:microsoft.com/office/officeart/2005/8/layout/hierarchy2"/>
    <dgm:cxn modelId="{DA6762F1-C2C7-4582-A5AC-EB4378894A54}" type="presParOf" srcId="{C14252DB-1F50-4F8F-8483-023B3B273837}" destId="{DF79D6D8-1892-4FA6-8872-C772E793CF00}" srcOrd="0" destOrd="0" presId="urn:microsoft.com/office/officeart/2005/8/layout/hierarchy2"/>
    <dgm:cxn modelId="{F0CEA226-096E-49B7-8FB6-AA57EE79610E}" type="presParOf" srcId="{DF79D6D8-1892-4FA6-8872-C772E793CF00}" destId="{7441104C-FA75-4F39-AACB-49DDC7625B0D}" srcOrd="0" destOrd="0" presId="urn:microsoft.com/office/officeart/2005/8/layout/hierarchy2"/>
    <dgm:cxn modelId="{3D9310B0-94D0-4743-BA78-2D017AA20C1B}" type="presParOf" srcId="{C14252DB-1F50-4F8F-8483-023B3B273837}" destId="{D0E555F7-F0D2-4F23-82F5-79CC78309959}" srcOrd="1" destOrd="0" presId="urn:microsoft.com/office/officeart/2005/8/layout/hierarchy2"/>
    <dgm:cxn modelId="{CDBB7322-B51D-464D-860B-99BEECC6DFC1}" type="presParOf" srcId="{D0E555F7-F0D2-4F23-82F5-79CC78309959}" destId="{C2773379-D5F9-43BF-A8D9-5D2B3569070B}" srcOrd="0" destOrd="0" presId="urn:microsoft.com/office/officeart/2005/8/layout/hierarchy2"/>
    <dgm:cxn modelId="{6BE6A6BD-C502-4DEB-B709-2FC5CB3C571C}" type="presParOf" srcId="{D0E555F7-F0D2-4F23-82F5-79CC78309959}" destId="{9F1AC9E9-248E-453E-A93F-FF06B27BE510}" srcOrd="1" destOrd="0" presId="urn:microsoft.com/office/officeart/2005/8/layout/hierarchy2"/>
    <dgm:cxn modelId="{8795AA5D-B31A-407F-AAB1-D84624F5BB48}" type="presParOf" srcId="{9F1AC9E9-248E-453E-A93F-FF06B27BE510}" destId="{7B3CCA0E-CFCA-4224-8066-3BD16084D237}" srcOrd="0" destOrd="0" presId="urn:microsoft.com/office/officeart/2005/8/layout/hierarchy2"/>
    <dgm:cxn modelId="{73AEE54E-77A4-48C0-95CE-CE894E1369CC}" type="presParOf" srcId="{7B3CCA0E-CFCA-4224-8066-3BD16084D237}" destId="{55ED6390-7529-492E-A554-3394ACEB965D}" srcOrd="0" destOrd="0" presId="urn:microsoft.com/office/officeart/2005/8/layout/hierarchy2"/>
    <dgm:cxn modelId="{98DD4B71-17D1-4891-BB5D-A3D2DF3361A3}" type="presParOf" srcId="{9F1AC9E9-248E-453E-A93F-FF06B27BE510}" destId="{3387C318-0199-435A-AFBE-AA8FF618933B}" srcOrd="1" destOrd="0" presId="urn:microsoft.com/office/officeart/2005/8/layout/hierarchy2"/>
    <dgm:cxn modelId="{7978FC33-9D69-4733-AB6E-1DC9572B757F}" type="presParOf" srcId="{3387C318-0199-435A-AFBE-AA8FF618933B}" destId="{0BD217C8-915B-4CE0-9E92-F417377D4179}" srcOrd="0" destOrd="0" presId="urn:microsoft.com/office/officeart/2005/8/layout/hierarchy2"/>
    <dgm:cxn modelId="{13E471CE-6EA0-4A66-B2DB-A7DD4AE67A2B}" type="presParOf" srcId="{3387C318-0199-435A-AFBE-AA8FF618933B}" destId="{2FA9C3F3-37F7-4AC4-9C7C-5EEDF504FEF9}" srcOrd="1" destOrd="0" presId="urn:microsoft.com/office/officeart/2005/8/layout/hierarchy2"/>
    <dgm:cxn modelId="{B914A217-C925-4AFB-B30C-435096716B1C}" type="presParOf" srcId="{9F1AC9E9-248E-453E-A93F-FF06B27BE510}" destId="{4E74573E-298F-455A-B882-3E984A574FA1}" srcOrd="2" destOrd="0" presId="urn:microsoft.com/office/officeart/2005/8/layout/hierarchy2"/>
    <dgm:cxn modelId="{8923EF67-99A2-4635-8F8D-0BF15A266B0A}" type="presParOf" srcId="{4E74573E-298F-455A-B882-3E984A574FA1}" destId="{CAB5423F-495A-41C0-A160-5A6D772BFCD9}" srcOrd="0" destOrd="0" presId="urn:microsoft.com/office/officeart/2005/8/layout/hierarchy2"/>
    <dgm:cxn modelId="{7DF8BB76-B222-4A9A-B29B-678ECBFFA942}" type="presParOf" srcId="{9F1AC9E9-248E-453E-A93F-FF06B27BE510}" destId="{B8E98690-C206-49D5-80D8-CEDE8F89DE27}" srcOrd="3" destOrd="0" presId="urn:microsoft.com/office/officeart/2005/8/layout/hierarchy2"/>
    <dgm:cxn modelId="{1D50C1C2-3717-4650-9D52-56D9F5C7A2F9}" type="presParOf" srcId="{B8E98690-C206-49D5-80D8-CEDE8F89DE27}" destId="{96468C62-3896-4B07-B46F-9B2DE44DEFE9}" srcOrd="0" destOrd="0" presId="urn:microsoft.com/office/officeart/2005/8/layout/hierarchy2"/>
    <dgm:cxn modelId="{B2FE1C6B-7B37-4BCB-BA64-E94FF0DDA320}" type="presParOf" srcId="{B8E98690-C206-49D5-80D8-CEDE8F89DE27}" destId="{11F86B4A-5C8E-47B9-B725-A5A3A83E1D5B}" srcOrd="1" destOrd="0" presId="urn:microsoft.com/office/officeart/2005/8/layout/hierarchy2"/>
    <dgm:cxn modelId="{BF509987-1F8C-4FC7-9D34-F4072AA879F4}" type="presParOf" srcId="{C14252DB-1F50-4F8F-8483-023B3B273837}" destId="{9FAF5EB9-699B-427B-B7F4-07AB5A97761F}" srcOrd="2" destOrd="0" presId="urn:microsoft.com/office/officeart/2005/8/layout/hierarchy2"/>
    <dgm:cxn modelId="{82F5BA2A-A00F-4BC9-A45B-F422351DDCC7}" type="presParOf" srcId="{9FAF5EB9-699B-427B-B7F4-07AB5A97761F}" destId="{E62160FF-7B2D-49EB-ABC3-587B46C4C256}" srcOrd="0" destOrd="0" presId="urn:microsoft.com/office/officeart/2005/8/layout/hierarchy2"/>
    <dgm:cxn modelId="{1128CF7A-0E9D-4B58-A5BF-0527A56960C2}" type="presParOf" srcId="{C14252DB-1F50-4F8F-8483-023B3B273837}" destId="{CEA0625E-A1D6-4131-B0B3-CF0ADEF2E347}" srcOrd="3" destOrd="0" presId="urn:microsoft.com/office/officeart/2005/8/layout/hierarchy2"/>
    <dgm:cxn modelId="{A3499C4D-6725-4DA7-98C5-B7B090C190C3}" type="presParOf" srcId="{CEA0625E-A1D6-4131-B0B3-CF0ADEF2E347}" destId="{1BD218A3-3EB1-4271-BBA6-66EFE93BBB72}" srcOrd="0" destOrd="0" presId="urn:microsoft.com/office/officeart/2005/8/layout/hierarchy2"/>
    <dgm:cxn modelId="{2450AA51-44E6-46D1-A100-16BDE1CD6707}" type="presParOf" srcId="{CEA0625E-A1D6-4131-B0B3-CF0ADEF2E347}" destId="{96580179-7265-44AA-ADDC-2A32CAB7D12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8C15F-6861-4DC1-A290-221C31C09D88}">
      <dsp:nvSpPr>
        <dsp:cNvPr id="0" name=""/>
        <dsp:cNvSpPr/>
      </dsp:nvSpPr>
      <dsp:spPr>
        <a:xfrm>
          <a:off x="391" y="1832123"/>
          <a:ext cx="1117763" cy="940593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tint val="98000"/>
            <a:shade val="25000"/>
            <a:satMod val="25000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000" tIns="72000" rIns="72000" bIns="720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rPr>
            <a:t>Datos</a:t>
          </a:r>
        </a:p>
      </dsp:txBody>
      <dsp:txXfrm>
        <a:off x="27940" y="1859672"/>
        <a:ext cx="1062665" cy="885495"/>
      </dsp:txXfrm>
    </dsp:sp>
    <dsp:sp modelId="{DF79D6D8-1892-4FA6-8872-C772E793CF00}">
      <dsp:nvSpPr>
        <dsp:cNvPr id="0" name=""/>
        <dsp:cNvSpPr/>
      </dsp:nvSpPr>
      <dsp:spPr>
        <a:xfrm rot="18824126">
          <a:off x="946012" y="1878635"/>
          <a:ext cx="1115385" cy="41660"/>
        </a:xfrm>
        <a:custGeom>
          <a:avLst/>
          <a:gdLst/>
          <a:ahLst/>
          <a:cxnLst/>
          <a:rect l="0" t="0" r="0" b="0"/>
          <a:pathLst>
            <a:path>
              <a:moveTo>
                <a:pt x="0" y="20830"/>
              </a:moveTo>
              <a:lnTo>
                <a:pt x="1115385" y="20830"/>
              </a:lnTo>
            </a:path>
          </a:pathLst>
        </a:custGeom>
        <a:noFill/>
        <a:ln w="38100" cap="flat" cmpd="sng" algn="ctr">
          <a:solidFill>
            <a:srgbClr val="FFC000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Cambria" pitchFamily="18" charset="0"/>
          </a:endParaRPr>
        </a:p>
      </dsp:txBody>
      <dsp:txXfrm>
        <a:off x="1475820" y="1871581"/>
        <a:ext cx="55769" cy="55769"/>
      </dsp:txXfrm>
    </dsp:sp>
    <dsp:sp modelId="{C2773379-D5F9-43BF-A8D9-5D2B3569070B}">
      <dsp:nvSpPr>
        <dsp:cNvPr id="0" name=""/>
        <dsp:cNvSpPr/>
      </dsp:nvSpPr>
      <dsp:spPr>
        <a:xfrm>
          <a:off x="1889254" y="1026213"/>
          <a:ext cx="1591315" cy="940593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tint val="98000"/>
            <a:shade val="25000"/>
            <a:satMod val="25000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720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rPr>
            <a:t>Constantes</a:t>
          </a:r>
        </a:p>
      </dsp:txBody>
      <dsp:txXfrm>
        <a:off x="1916803" y="1053762"/>
        <a:ext cx="1536217" cy="885495"/>
      </dsp:txXfrm>
    </dsp:sp>
    <dsp:sp modelId="{7B3CCA0E-CFCA-4224-8066-3BD16084D237}">
      <dsp:nvSpPr>
        <dsp:cNvPr id="0" name=""/>
        <dsp:cNvSpPr/>
      </dsp:nvSpPr>
      <dsp:spPr>
        <a:xfrm rot="19015350">
          <a:off x="3348243" y="1140415"/>
          <a:ext cx="981761" cy="41660"/>
        </a:xfrm>
        <a:custGeom>
          <a:avLst/>
          <a:gdLst/>
          <a:ahLst/>
          <a:cxnLst/>
          <a:rect l="0" t="0" r="0" b="0"/>
          <a:pathLst>
            <a:path>
              <a:moveTo>
                <a:pt x="0" y="20830"/>
              </a:moveTo>
              <a:lnTo>
                <a:pt x="981761" y="20830"/>
              </a:lnTo>
            </a:path>
          </a:pathLst>
        </a:custGeom>
        <a:noFill/>
        <a:ln w="38100" cap="flat" cmpd="sng" algn="ctr">
          <a:solidFill>
            <a:srgbClr val="FFC000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Cambria" pitchFamily="18" charset="0"/>
          </a:endParaRPr>
        </a:p>
      </dsp:txBody>
      <dsp:txXfrm>
        <a:off x="3814579" y="1136701"/>
        <a:ext cx="49088" cy="49088"/>
      </dsp:txXfrm>
    </dsp:sp>
    <dsp:sp modelId="{0BD217C8-915B-4CE0-9E92-F417377D4179}">
      <dsp:nvSpPr>
        <dsp:cNvPr id="0" name=""/>
        <dsp:cNvSpPr/>
      </dsp:nvSpPr>
      <dsp:spPr>
        <a:xfrm>
          <a:off x="4197678" y="355683"/>
          <a:ext cx="1881187" cy="940593"/>
        </a:xfrm>
        <a:prstGeom prst="roundRect">
          <a:avLst>
            <a:gd name="adj" fmla="val 10000"/>
          </a:avLst>
        </a:prstGeom>
        <a:solidFill>
          <a:schemeClr val="accent1">
            <a:tint val="99000"/>
            <a:hueOff val="0"/>
            <a:satOff val="0"/>
            <a:lumOff val="0"/>
            <a:tint val="98000"/>
            <a:shade val="25000"/>
            <a:satMod val="25000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720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rPr>
            <a:t>Literales</a:t>
          </a:r>
        </a:p>
      </dsp:txBody>
      <dsp:txXfrm>
        <a:off x="4225227" y="383232"/>
        <a:ext cx="1826089" cy="885495"/>
      </dsp:txXfrm>
    </dsp:sp>
    <dsp:sp modelId="{4E74573E-298F-455A-B882-3E984A574FA1}">
      <dsp:nvSpPr>
        <dsp:cNvPr id="0" name=""/>
        <dsp:cNvSpPr/>
      </dsp:nvSpPr>
      <dsp:spPr>
        <a:xfrm rot="2584626">
          <a:off x="3348246" y="1810941"/>
          <a:ext cx="981755" cy="41660"/>
        </a:xfrm>
        <a:custGeom>
          <a:avLst/>
          <a:gdLst/>
          <a:ahLst/>
          <a:cxnLst/>
          <a:rect l="0" t="0" r="0" b="0"/>
          <a:pathLst>
            <a:path>
              <a:moveTo>
                <a:pt x="0" y="20830"/>
              </a:moveTo>
              <a:lnTo>
                <a:pt x="981755" y="20830"/>
              </a:lnTo>
            </a:path>
          </a:pathLst>
        </a:custGeom>
        <a:noFill/>
        <a:ln w="38100" cap="flat" cmpd="sng" algn="ctr">
          <a:solidFill>
            <a:srgbClr val="FFC000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Cambria" pitchFamily="18" charset="0"/>
          </a:endParaRPr>
        </a:p>
      </dsp:txBody>
      <dsp:txXfrm>
        <a:off x="3814580" y="1807227"/>
        <a:ext cx="49087" cy="49087"/>
      </dsp:txXfrm>
    </dsp:sp>
    <dsp:sp modelId="{96468C62-3896-4B07-B46F-9B2DE44DEFE9}">
      <dsp:nvSpPr>
        <dsp:cNvPr id="0" name=""/>
        <dsp:cNvSpPr/>
      </dsp:nvSpPr>
      <dsp:spPr>
        <a:xfrm>
          <a:off x="4197678" y="1696734"/>
          <a:ext cx="1881187" cy="940593"/>
        </a:xfrm>
        <a:prstGeom prst="roundRect">
          <a:avLst>
            <a:gd name="adj" fmla="val 10000"/>
          </a:avLst>
        </a:prstGeom>
        <a:solidFill>
          <a:srgbClr val="0037A8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720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rPr>
            <a:t>Con nombre</a:t>
          </a:r>
          <a:endParaRPr lang="es-E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endParaRPr>
        </a:p>
      </dsp:txBody>
      <dsp:txXfrm>
        <a:off x="4225227" y="1724283"/>
        <a:ext cx="1826089" cy="885495"/>
      </dsp:txXfrm>
    </dsp:sp>
    <dsp:sp modelId="{9FAF5EB9-699B-427B-B7F4-07AB5A97761F}">
      <dsp:nvSpPr>
        <dsp:cNvPr id="0" name=""/>
        <dsp:cNvSpPr/>
      </dsp:nvSpPr>
      <dsp:spPr>
        <a:xfrm rot="3063519">
          <a:off x="890285" y="2758702"/>
          <a:ext cx="1226839" cy="41660"/>
        </a:xfrm>
        <a:custGeom>
          <a:avLst/>
          <a:gdLst/>
          <a:ahLst/>
          <a:cxnLst/>
          <a:rect l="0" t="0" r="0" b="0"/>
          <a:pathLst>
            <a:path>
              <a:moveTo>
                <a:pt x="0" y="20830"/>
              </a:moveTo>
              <a:lnTo>
                <a:pt x="1226839" y="20830"/>
              </a:lnTo>
            </a:path>
          </a:pathLst>
        </a:custGeom>
        <a:noFill/>
        <a:ln w="38100" cap="flat" cmpd="sng" algn="ctr">
          <a:solidFill>
            <a:srgbClr val="FFC000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latin typeface="Cambria" pitchFamily="18" charset="0"/>
          </a:endParaRPr>
        </a:p>
      </dsp:txBody>
      <dsp:txXfrm>
        <a:off x="1473033" y="2748861"/>
        <a:ext cx="61341" cy="61341"/>
      </dsp:txXfrm>
    </dsp:sp>
    <dsp:sp modelId="{1BD218A3-3EB1-4271-BBA6-66EFE93BBB72}">
      <dsp:nvSpPr>
        <dsp:cNvPr id="0" name=""/>
        <dsp:cNvSpPr/>
      </dsp:nvSpPr>
      <dsp:spPr>
        <a:xfrm>
          <a:off x="1889254" y="2786346"/>
          <a:ext cx="1737182" cy="940593"/>
        </a:xfrm>
        <a:prstGeom prst="roundRect">
          <a:avLst>
            <a:gd name="adj" fmla="val 10000"/>
          </a:avLst>
        </a:prstGeom>
        <a:solidFill>
          <a:srgbClr val="0037A8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720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rPr>
            <a:t>Variables</a:t>
          </a:r>
        </a:p>
      </dsp:txBody>
      <dsp:txXfrm>
        <a:off x="1916803" y="2813895"/>
        <a:ext cx="1682084" cy="8854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F6882-623C-4F59-89C4-4E5CBDBBE090}" type="datetimeFigureOut">
              <a:rPr lang="es-ES" smtClean="0"/>
              <a:pPr/>
              <a:t>06/11/2021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F02F-573B-4E64-A300-A7C38385775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7914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CD25255-EE5E-40E3-B634-65B4AA002A7D}" type="datetimeFigureOut">
              <a:rPr lang="es-ES" smtClean="0"/>
              <a:pPr/>
              <a:t>06/11/2021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DDBB7FF-5F31-4F6A-871A-89C210F39D73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3721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algoritmosdfd.blogspot.com/2014/07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dfdejerciciosresueltos.blogspot.com/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http://jaimetorresy.blogspot.com/p/conversiones-de-bases-numericas.html</a:t>
            </a:r>
          </a:p>
          <a:p>
            <a:endParaRPr lang="es-ES" dirty="0"/>
          </a:p>
          <a:p>
            <a:r>
              <a:rPr lang="es-ES" dirty="0"/>
              <a:t>https://www.youtube.com/watch?v=g9-MRBBcvdg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B7FF-5F31-4F6A-871A-89C210F39D73}" type="slidenum">
              <a:rPr lang="es-ES" smtClean="0"/>
              <a:pPr/>
              <a:t>55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323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Obtener ejemplos de:</a:t>
            </a:r>
          </a:p>
          <a:p>
            <a:r>
              <a:rPr lang="es-ES" dirty="0">
                <a:hlinkClick r:id="rId3"/>
              </a:rPr>
              <a:t>http://algoritmosdfd.blogspot.com/2014/07/</a:t>
            </a:r>
            <a:endParaRPr lang="es-ES" dirty="0"/>
          </a:p>
          <a:p>
            <a:endParaRPr lang="es-ES" dirty="0"/>
          </a:p>
          <a:p>
            <a:r>
              <a:rPr lang="es-ES" dirty="0"/>
              <a:t>Sólo enunciados:</a:t>
            </a:r>
          </a:p>
          <a:p>
            <a:r>
              <a:rPr lang="es-ES" dirty="0">
                <a:hlinkClick r:id="rId4"/>
              </a:rPr>
              <a:t>http://dfdejerciciosresueltos.blogspot.com/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B7FF-5F31-4F6A-871A-89C210F39D73}" type="slidenum">
              <a:rPr lang="es-ES" smtClean="0"/>
              <a:pPr/>
              <a:t>87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4186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BB7FF-5F31-4F6A-871A-89C210F39D73}" type="slidenum">
              <a:rPr lang="es-ES" smtClean="0"/>
              <a:pPr/>
              <a:t>116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3866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3.0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11/6/2021</a:t>
            </a:fld>
            <a:endParaRPr lang="en-U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500066"/>
          </a:xfrm>
        </p:spPr>
        <p:txBody>
          <a:bodyPr>
            <a:noAutofit/>
          </a:bodyPr>
          <a:lstStyle>
            <a:lvl1pPr>
              <a:defRPr sz="3600" b="1">
                <a:ln>
                  <a:solidFill>
                    <a:srgbClr val="0070C0"/>
                  </a:solidFill>
                </a:ln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s-ES" dirty="0"/>
              <a:t>Haga clic para modificar el estilo de título del patrón</a:t>
            </a:r>
            <a:endParaRPr kumimoji="0"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110178"/>
          </a:xfrm>
        </p:spPr>
        <p:txBody>
          <a:bodyPr/>
          <a:lstStyle>
            <a:lvl1pPr marL="0" indent="0">
              <a:buNone/>
              <a:defRPr sz="24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1pPr>
            <a:lvl2pPr marL="360363" indent="-360363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2pPr>
            <a:lvl3pPr marL="714375" indent="-355600">
              <a:buClr>
                <a:srgbClr val="FFC000"/>
              </a:buClr>
              <a:buFont typeface="Constantia" pitchFamily="18" charset="0"/>
              <a:buChar char="—"/>
              <a:def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3pPr>
            <a:lvl4pPr marL="1076325" indent="-361950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4pPr>
            <a:lvl5pPr marL="1438275" indent="-361950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5pPr>
          </a:lstStyle>
          <a:p>
            <a:pPr lvl="0" eaLnBrk="1" latinLnBrk="0" hangingPunct="1"/>
            <a:r>
              <a:rPr lang="es-ES" dirty="0"/>
              <a:t>Haga clic para modificar el estilo de texto del patrón</a:t>
            </a:r>
          </a:p>
          <a:p>
            <a:pPr lvl="1" eaLnBrk="1" latinLnBrk="0" hangingPunct="1"/>
            <a:r>
              <a:rPr lang="es-ES" dirty="0"/>
              <a:t>Segundo nivel</a:t>
            </a:r>
          </a:p>
          <a:p>
            <a:pPr lvl="2" eaLnBrk="1" latinLnBrk="0" hangingPunct="1"/>
            <a:r>
              <a:rPr lang="es-ES" dirty="0"/>
              <a:t>Tercer nivel</a:t>
            </a:r>
          </a:p>
          <a:p>
            <a:pPr lvl="3" eaLnBrk="1" latinLnBrk="0" hangingPunct="1"/>
            <a:r>
              <a:rPr lang="es-ES" dirty="0"/>
              <a:t>Cuarto nivel</a:t>
            </a:r>
          </a:p>
          <a:p>
            <a:pPr lvl="4" eaLnBrk="1" latinLnBrk="0" hangingPunct="1"/>
            <a:r>
              <a:rPr lang="es-ES" dirty="0"/>
              <a:t>Quinto nivel</a:t>
            </a:r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4414" y="6356350"/>
            <a:ext cx="557216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29454" y="6356350"/>
            <a:ext cx="9000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Página </a:t>
            </a:r>
            <a:fld id="{042AED99-7FB4-404E-8A97-64753DCE42E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7 Conector recto"/>
          <p:cNvCxnSpPr/>
          <p:nvPr userDrawn="1"/>
        </p:nvCxnSpPr>
        <p:spPr>
          <a:xfrm>
            <a:off x="428596" y="857232"/>
            <a:ext cx="8286808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" name="9 Imagen" descr="ucmtrozo.jpg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0"/>
          </a:blip>
          <a:stretch>
            <a:fillRect/>
          </a:stretch>
        </p:blipFill>
        <p:spPr>
          <a:xfrm>
            <a:off x="8058150" y="5669280"/>
            <a:ext cx="1085850" cy="1188720"/>
          </a:xfrm>
          <a:prstGeom prst="rect">
            <a:avLst/>
          </a:prstGeom>
        </p:spPr>
      </p:pic>
      <p:sp>
        <p:nvSpPr>
          <p:cNvPr id="11" name="10 CuadroTexto"/>
          <p:cNvSpPr txBox="1"/>
          <p:nvPr userDrawn="1"/>
        </p:nvSpPr>
        <p:spPr>
          <a:xfrm>
            <a:off x="-32" y="5045880"/>
            <a:ext cx="353943" cy="1336263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s-E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Luis Hernández Yáñez</a:t>
            </a:r>
          </a:p>
        </p:txBody>
      </p:sp>
      <p:pic>
        <p:nvPicPr>
          <p:cNvPr id="13" name="12 Imagen" descr="CreativeCommons.png">
            <a:hlinkClick r:id="rId3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55972" y="6381328"/>
            <a:ext cx="959644" cy="33575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11/6/2021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11/6/2021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11/6/2021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11/6/2021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11/6/2021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11/6/2021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11/6/2021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11/6/2021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11/6/2021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n blanco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>
            <a:extLst>
              <a:ext uri="{FF2B5EF4-FFF2-40B4-BE49-F238E27FC236}">
                <a16:creationId xmlns:a16="http://schemas.microsoft.com/office/drawing/2014/main" id="{10DF61C1-BBD8-490D-A54B-1D061F893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dirty="0"/>
              <a:t>Haga clic para modificar el estilo de título del patrón</a:t>
            </a:r>
            <a:endParaRPr kumimoji="0"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F62734-5E9A-462A-BA28-7E11EEA4B806}"/>
              </a:ext>
            </a:extLst>
          </p:cNvPr>
          <p:cNvSpPr txBox="1"/>
          <p:nvPr userDrawn="1"/>
        </p:nvSpPr>
        <p:spPr>
          <a:xfrm>
            <a:off x="539552" y="3645024"/>
            <a:ext cx="12538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+mj-lt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289509122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5000"/>
              </a:schemeClr>
            </a:gs>
            <a:gs pos="25000">
              <a:schemeClr val="bg2">
                <a:tint val="83000"/>
                <a:satMod val="320000"/>
              </a:schemeClr>
            </a:gs>
            <a:gs pos="100000">
              <a:schemeClr val="bg2">
                <a:shade val="15000"/>
                <a:satMod val="32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11/6/2021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3.0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hyperlink" Target="http://creativecommon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eativecommons.org/licenses/by-nc-sa/3.0/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ucmtroz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15225" y="5074920"/>
            <a:ext cx="1628775" cy="1783080"/>
          </a:xfrm>
          <a:prstGeom prst="rect">
            <a:avLst/>
          </a:prstGeom>
        </p:spPr>
      </p:pic>
      <p:sp>
        <p:nvSpPr>
          <p:cNvPr id="8" name="7 CuadroTexto"/>
          <p:cNvSpPr txBox="1">
            <a:spLocks noChangeAspect="1"/>
          </p:cNvSpPr>
          <p:nvPr/>
        </p:nvSpPr>
        <p:spPr>
          <a:xfrm>
            <a:off x="500033" y="1847839"/>
            <a:ext cx="1548000" cy="1548000"/>
          </a:xfrm>
          <a:prstGeom prst="rect">
            <a:avLst/>
          </a:prstGeom>
          <a:solidFill>
            <a:schemeClr val="accent2">
              <a:tint val="98000"/>
              <a:shade val="25000"/>
              <a:satMod val="250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es-ES" sz="8800" b="1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2</a:t>
            </a:r>
            <a:endParaRPr lang="es-ES" sz="8800" b="1" dirty="0">
              <a:solidFill>
                <a:schemeClr val="bg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0" name="2 Subtítulo"/>
          <p:cNvSpPr>
            <a:spLocks noGrp="1"/>
          </p:cNvSpPr>
          <p:nvPr>
            <p:ph type="subTitle" idx="1"/>
          </p:nvPr>
        </p:nvSpPr>
        <p:spPr>
          <a:xfrm>
            <a:off x="604838" y="4157230"/>
            <a:ext cx="6681806" cy="2415042"/>
          </a:xfrm>
        </p:spPr>
        <p:txBody>
          <a:bodyPr>
            <a:normAutofit/>
          </a:bodyPr>
          <a:lstStyle/>
          <a:p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Grado en Ingeniería Informática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Grado en Ingeniería del Software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Grado en Ingeniería de Computadores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Luis Hernández Yáñez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Facultad de Informática</a:t>
            </a:r>
            <a:b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Universidad Complutense</a:t>
            </a:r>
          </a:p>
        </p:txBody>
      </p:sp>
      <p:pic>
        <p:nvPicPr>
          <p:cNvPr id="9" name="8 Imagen" descr="CreativeCommons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5536" y="6021288"/>
            <a:ext cx="1343501" cy="4700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10 CuadroTexto"/>
          <p:cNvSpPr txBox="1"/>
          <p:nvPr/>
        </p:nvSpPr>
        <p:spPr>
          <a:xfrm>
            <a:off x="428596" y="604818"/>
            <a:ext cx="5879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323975">
              <a:tabLst>
                <a:tab pos="6010275" algn="l"/>
              </a:tabLst>
            </a:pPr>
            <a:r>
              <a:rPr lang="es-ES" sz="3200" dirty="0">
                <a:solidFill>
                  <a:schemeClr val="bg2">
                    <a:lumMod val="20000"/>
                    <a:lumOff val="80000"/>
                  </a:schemeClr>
                </a:solidFill>
                <a:latin typeface="+mj-lt"/>
              </a:rPr>
              <a:t>Fundamentos de la programación</a:t>
            </a:r>
          </a:p>
        </p:txBody>
      </p:sp>
      <p:cxnSp>
        <p:nvCxnSpPr>
          <p:cNvPr id="12" name="11 Conector recto"/>
          <p:cNvCxnSpPr/>
          <p:nvPr/>
        </p:nvCxnSpPr>
        <p:spPr>
          <a:xfrm>
            <a:off x="500034" y="1214422"/>
            <a:ext cx="7643866" cy="0"/>
          </a:xfrm>
          <a:prstGeom prst="line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1 Título"/>
          <p:cNvSpPr>
            <a:spLocks noGrp="1"/>
          </p:cNvSpPr>
          <p:nvPr>
            <p:ph type="ctrTitle"/>
          </p:nvPr>
        </p:nvSpPr>
        <p:spPr>
          <a:xfrm>
            <a:off x="2428860" y="1844824"/>
            <a:ext cx="6072230" cy="1440160"/>
          </a:xfrm>
        </p:spPr>
        <p:txBody>
          <a:bodyPr anchor="ctr">
            <a:normAutofit/>
          </a:bodyPr>
          <a:lstStyle/>
          <a:p>
            <a:pPr algn="l"/>
            <a:r>
              <a:rPr lang="es-ES" sz="4800" dirty="0"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</a:rPr>
              <a:t>Tipos e instrucciones</a:t>
            </a:r>
            <a:endParaRPr lang="es-ES" sz="4800" b="0" dirty="0"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564116" y="3044280"/>
            <a:ext cx="6015942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Tipos, valores y variables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Tipos, valores y variables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36195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s-ES" i="1" dirty="0">
                <a:solidFill>
                  <a:srgbClr val="FFC000"/>
                </a:solidFill>
              </a:rPr>
              <a:t>Tipo</a:t>
            </a:r>
            <a:br>
              <a:rPr lang="es-ES" dirty="0"/>
            </a:br>
            <a:r>
              <a:rPr lang="es-ES" dirty="0"/>
              <a:t>Conjunto de valores con sus posibles operaciones</a:t>
            </a:r>
          </a:p>
          <a:p>
            <a:pPr marL="36195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s-ES" i="1" dirty="0">
                <a:solidFill>
                  <a:srgbClr val="FFC000"/>
                </a:solidFill>
              </a:rPr>
              <a:t>Valor</a:t>
            </a:r>
            <a:br>
              <a:rPr lang="es-ES" dirty="0"/>
            </a:br>
            <a:r>
              <a:rPr lang="es-ES" dirty="0"/>
              <a:t>Conjunto de bits interpretados como de un tipo concreto</a:t>
            </a:r>
          </a:p>
          <a:p>
            <a:pPr marL="36195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s-ES" i="1" dirty="0">
                <a:solidFill>
                  <a:srgbClr val="FFC000"/>
                </a:solidFill>
              </a:rPr>
              <a:t>Variable</a:t>
            </a:r>
            <a:r>
              <a:rPr lang="es-ES" i="1" dirty="0"/>
              <a:t> (o constante)</a:t>
            </a:r>
            <a:br>
              <a:rPr lang="es-ES" dirty="0"/>
            </a:br>
            <a:r>
              <a:rPr lang="es-ES" dirty="0"/>
              <a:t>Cierta memoria con nombre para valores de un tipo</a:t>
            </a:r>
          </a:p>
          <a:p>
            <a:pPr marL="36195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s-ES" i="1" dirty="0">
                <a:solidFill>
                  <a:srgbClr val="FFC000"/>
                </a:solidFill>
              </a:rPr>
              <a:t>Declaración</a:t>
            </a:r>
            <a:br>
              <a:rPr lang="es-ES" dirty="0"/>
            </a:br>
            <a:r>
              <a:rPr lang="es-ES" dirty="0"/>
              <a:t>Instrucción que identifica un nombre</a:t>
            </a:r>
          </a:p>
          <a:p>
            <a:pPr marL="36195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i="1" dirty="0">
                <a:solidFill>
                  <a:srgbClr val="FFC000"/>
                </a:solidFill>
              </a:rPr>
              <a:t>Definición</a:t>
            </a:r>
            <a:br>
              <a:rPr lang="es-ES" dirty="0"/>
            </a:br>
            <a:r>
              <a:rPr lang="es-ES" dirty="0"/>
              <a:t>Declaración que asigna memoria a una variable o constante</a:t>
            </a:r>
            <a:endParaRPr lang="es-ES" dirty="0">
              <a:cs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714375" lvl="1" indent="-352425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s-ES" dirty="0"/>
              <a:t>Simples</a:t>
            </a:r>
          </a:p>
          <a:p>
            <a:pPr marL="1076325" lvl="2" indent="-36195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</a:pPr>
            <a:r>
              <a:rPr lang="es-ES" sz="2200" dirty="0"/>
              <a:t>Estándar: </a:t>
            </a:r>
            <a:r>
              <a:rPr lang="es-ES" sz="22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C000"/>
                </a:solidFill>
                <a:latin typeface="Consolas" pitchFamily="49" charset="0"/>
              </a:rPr>
              <a:t>float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C000"/>
                </a:solidFill>
                <a:latin typeface="Consolas" pitchFamily="49" charset="0"/>
              </a:rPr>
              <a:t>bool</a:t>
            </a:r>
            <a:br>
              <a:rPr lang="es-ES" sz="2200" dirty="0">
                <a:solidFill>
                  <a:srgbClr val="FFC000"/>
                </a:solidFill>
                <a:latin typeface="Consolas" pitchFamily="49" charset="0"/>
              </a:rPr>
            </a:br>
            <a:r>
              <a:rPr lang="es-ES" sz="2200" dirty="0"/>
              <a:t>Conjunto de valores predeterminado</a:t>
            </a:r>
          </a:p>
          <a:p>
            <a:pPr marL="1076325" lvl="2" indent="-36195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</a:pPr>
            <a:r>
              <a:rPr lang="es-ES" sz="2200" dirty="0"/>
              <a:t>Definidos por el usuario: </a:t>
            </a:r>
            <a:r>
              <a:rPr lang="es-ES" sz="2200" i="1" dirty="0"/>
              <a:t>enumerados</a:t>
            </a:r>
            <a:br>
              <a:rPr lang="es-ES" sz="2200" i="1" dirty="0"/>
            </a:br>
            <a:r>
              <a:rPr lang="es-ES" sz="2200" dirty="0"/>
              <a:t>Conjunto de valores definido por el programador</a:t>
            </a:r>
          </a:p>
          <a:p>
            <a:pPr marL="714375" lvl="1" indent="-352425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s-ES" dirty="0"/>
              <a:t>Estructurados</a:t>
            </a:r>
          </a:p>
          <a:p>
            <a:pPr marL="1076325" lvl="2" indent="-36195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</a:pPr>
            <a:r>
              <a:rPr lang="es-ES" sz="2200" dirty="0">
                <a:solidFill>
                  <a:prstClr val="white"/>
                </a:solidFill>
              </a:rPr>
              <a:t>Colecciones homogéneas: </a:t>
            </a:r>
            <a:r>
              <a:rPr lang="es-ES" sz="2200" i="1" dirty="0">
                <a:solidFill>
                  <a:prstClr val="white"/>
                </a:solidFill>
              </a:rPr>
              <a:t>arrays</a:t>
            </a:r>
            <a:br>
              <a:rPr lang="es-ES" sz="2200" dirty="0">
                <a:solidFill>
                  <a:prstClr val="white"/>
                </a:solidFill>
              </a:rPr>
            </a:br>
            <a:r>
              <a:rPr lang="es-ES" sz="2200" dirty="0">
                <a:solidFill>
                  <a:prstClr val="white"/>
                </a:solidFill>
              </a:rPr>
              <a:t>Todos los elementos de la colección de un mismo tipo</a:t>
            </a:r>
          </a:p>
          <a:p>
            <a:pPr marL="1076325" lvl="2" indent="-36195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</a:pPr>
            <a:r>
              <a:rPr lang="es-ES" sz="2200" dirty="0">
                <a:solidFill>
                  <a:prstClr val="white"/>
                </a:solidFill>
              </a:rPr>
              <a:t>Colecciones heterogéneas: </a:t>
            </a:r>
            <a:r>
              <a:rPr lang="es-ES" sz="2200" i="1" dirty="0">
                <a:solidFill>
                  <a:prstClr val="white"/>
                </a:solidFill>
              </a:rPr>
              <a:t>estructuras</a:t>
            </a:r>
            <a:br>
              <a:rPr lang="es-ES" sz="2200" i="1" dirty="0">
                <a:solidFill>
                  <a:prstClr val="white"/>
                </a:solidFill>
              </a:rPr>
            </a:br>
            <a:r>
              <a:rPr lang="es-ES" sz="2200" dirty="0">
                <a:solidFill>
                  <a:prstClr val="white"/>
                </a:solidFill>
              </a:rPr>
              <a:t>Elementos de la colección de tipos distintos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programación: Tipos e instrucciones II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787513" y="3044280"/>
            <a:ext cx="3569055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Tipos de datos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831689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Tipos de datos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Tipos</a:t>
            </a: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Cada dato, de un tipo concreto</a:t>
            </a: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Cada tipo establece:</a:t>
            </a:r>
          </a:p>
          <a:p>
            <a:pPr lvl="2" indent="-352425">
              <a:spcBef>
                <a:spcPts val="0"/>
              </a:spcBef>
              <a:spcAft>
                <a:spcPts val="1200"/>
              </a:spcAft>
              <a:tabLst>
                <a:tab pos="714375" algn="l"/>
              </a:tabLst>
            </a:pPr>
            <a:r>
              <a:rPr lang="es-ES" sz="2200" dirty="0"/>
              <a:t>El conjunto (intervalo) de valores válidos</a:t>
            </a:r>
          </a:p>
          <a:p>
            <a:pPr lvl="2" indent="-352425">
              <a:spcBef>
                <a:spcPts val="0"/>
              </a:spcBef>
              <a:spcAft>
                <a:spcPts val="1200"/>
              </a:spcAft>
              <a:tabLst>
                <a:tab pos="714375" algn="l"/>
              </a:tabLst>
            </a:pPr>
            <a:r>
              <a:rPr lang="es-ES" sz="2200" dirty="0"/>
              <a:t>El conjunto de operaciones que se pueden realizar</a:t>
            </a:r>
          </a:p>
          <a:p>
            <a:pPr lvl="1" indent="1588">
              <a:spcBef>
                <a:spcPts val="3000"/>
              </a:spcBef>
              <a:spcAft>
                <a:spcPts val="600"/>
              </a:spcAft>
              <a:buNone/>
            </a:pPr>
            <a:r>
              <a:rPr lang="es-ES" dirty="0"/>
              <a:t>Expresiones con datos de distintos tipos (compatibles):</a:t>
            </a: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Transformación automática de tipos (</a:t>
            </a:r>
            <a:r>
              <a:rPr lang="es-ES" i="1" dirty="0"/>
              <a:t>promoción de tipo</a:t>
            </a:r>
            <a:r>
              <a:rPr lang="es-ES" dirty="0"/>
              <a:t>)</a:t>
            </a: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7596336" y="980728"/>
            <a:ext cx="776175" cy="52322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125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7900281" y="1412776"/>
            <a:ext cx="776175" cy="52322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'a'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6660232" y="1196752"/>
            <a:ext cx="973344" cy="52322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true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6444208" y="1628800"/>
            <a:ext cx="1564852" cy="52322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3.14159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164288" y="2060848"/>
            <a:ext cx="1367683" cy="52322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"Hola"</a:t>
            </a:r>
          </a:p>
        </p:txBody>
      </p:sp>
    </p:spTree>
    <p:extLst>
      <p:ext uri="{BB962C8B-B14F-4D97-AF65-F5344CB8AC3E}">
        <p14:creationId xmlns:p14="http://schemas.microsoft.com/office/powerpoint/2010/main" val="57344456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10" grpId="0" animBg="1"/>
      <p:bldP spid="9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Tipos de datos básicos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 lnSpcReduction="10000"/>
          </a:bodyPr>
          <a:lstStyle/>
          <a:p>
            <a:pPr marL="361950" lvl="2" indent="0">
              <a:spcBef>
                <a:spcPts val="0"/>
              </a:spcBef>
              <a:buNone/>
              <a:tabLst>
                <a:tab pos="5924550" algn="l"/>
              </a:tabLst>
            </a:pPr>
            <a:r>
              <a:rPr lang="es-ES" sz="2200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int</a:t>
            </a:r>
            <a:endParaRPr lang="es-ES" sz="2200" dirty="0"/>
          </a:p>
          <a:p>
            <a:pPr marL="361950" lvl="2" indent="0">
              <a:spcBef>
                <a:spcPts val="0"/>
              </a:spcBef>
              <a:spcAft>
                <a:spcPts val="600"/>
              </a:spcAft>
              <a:buNone/>
              <a:tabLst>
                <a:tab pos="5924550" algn="l"/>
              </a:tabLst>
            </a:pPr>
            <a:r>
              <a:rPr lang="es-ES" sz="2200" dirty="0"/>
              <a:t>Números enteros (sin decimales)	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1363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-12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49</a:t>
            </a:r>
          </a:p>
          <a:p>
            <a:pPr marL="361950" lvl="2" indent="0">
              <a:spcBef>
                <a:spcPts val="0"/>
              </a:spcBef>
              <a:buNone/>
              <a:tabLst>
                <a:tab pos="4219575" algn="l"/>
              </a:tabLst>
            </a:pPr>
            <a:r>
              <a:rPr lang="es-ES" sz="2200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float</a:t>
            </a:r>
            <a:endParaRPr lang="es-ES" sz="2200" dirty="0"/>
          </a:p>
          <a:p>
            <a:pPr marL="361950" lvl="2" indent="0">
              <a:spcBef>
                <a:spcPts val="0"/>
              </a:spcBef>
              <a:spcAft>
                <a:spcPts val="600"/>
              </a:spcAft>
              <a:buNone/>
              <a:tabLst>
                <a:tab pos="4219575" algn="l"/>
              </a:tabLst>
            </a:pPr>
            <a:r>
              <a:rPr lang="es-ES" sz="2200" dirty="0"/>
              <a:t>Números reales	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12.45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-3.1932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1.16E+02</a:t>
            </a:r>
          </a:p>
          <a:p>
            <a:pPr marL="361950" lvl="2" indent="0">
              <a:spcBef>
                <a:spcPts val="0"/>
              </a:spcBef>
              <a:buNone/>
            </a:pPr>
            <a:r>
              <a:rPr lang="es-ES" sz="2200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double</a:t>
            </a:r>
            <a:endParaRPr lang="es-ES" sz="2200" dirty="0"/>
          </a:p>
          <a:p>
            <a:pPr marL="361950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Números reales (mayores intervalo y precisión)</a:t>
            </a:r>
          </a:p>
          <a:p>
            <a:pPr marL="361950" lvl="2" indent="0" defTabSz="4181475">
              <a:spcBef>
                <a:spcPts val="0"/>
              </a:spcBef>
              <a:buNone/>
              <a:tabLst>
                <a:tab pos="5743575" algn="l"/>
              </a:tabLst>
            </a:pPr>
            <a:r>
              <a:rPr lang="es-ES" sz="2200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char</a:t>
            </a:r>
            <a:endParaRPr lang="es-ES" sz="2200" dirty="0"/>
          </a:p>
          <a:p>
            <a:pPr marL="361950" lvl="2" indent="0" defTabSz="4181475">
              <a:spcBef>
                <a:spcPts val="0"/>
              </a:spcBef>
              <a:spcAft>
                <a:spcPts val="600"/>
              </a:spcAft>
              <a:buNone/>
              <a:tabLst>
                <a:tab pos="5743575" algn="l"/>
              </a:tabLst>
            </a:pPr>
            <a:r>
              <a:rPr lang="es-ES" sz="2200" dirty="0"/>
              <a:t>Caracteres	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'a'</a:t>
            </a:r>
            <a:r>
              <a:rPr lang="es-ES" sz="2200" dirty="0"/>
              <a:t> ,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'{'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'\t'</a:t>
            </a:r>
          </a:p>
          <a:p>
            <a:pPr marL="361950" lvl="2" indent="0">
              <a:spcBef>
                <a:spcPts val="0"/>
              </a:spcBef>
              <a:buNone/>
              <a:tabLst>
                <a:tab pos="6010275" algn="l"/>
              </a:tabLst>
            </a:pPr>
            <a:r>
              <a:rPr lang="es-ES" sz="2200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bool</a:t>
            </a:r>
            <a:endParaRPr lang="es-ES" sz="2200" dirty="0"/>
          </a:p>
          <a:p>
            <a:pPr marL="361950" lvl="2" indent="0">
              <a:spcBef>
                <a:spcPts val="0"/>
              </a:spcBef>
              <a:spcAft>
                <a:spcPts val="600"/>
              </a:spcAft>
              <a:buNone/>
              <a:tabLst>
                <a:tab pos="6010275" algn="l"/>
              </a:tabLst>
            </a:pPr>
            <a:r>
              <a:rPr lang="es-ES" sz="2200" dirty="0"/>
              <a:t>Valores lógicos (verdadero/falso)	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true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false</a:t>
            </a:r>
          </a:p>
          <a:p>
            <a:pPr marL="361950" lvl="2" indent="0">
              <a:spcBef>
                <a:spcPts val="0"/>
              </a:spcBef>
              <a:buNone/>
              <a:tabLst>
                <a:tab pos="5562600" algn="l"/>
              </a:tabLst>
            </a:pPr>
            <a:r>
              <a:rPr lang="es-ES" sz="2200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string</a:t>
            </a:r>
            <a:endParaRPr lang="es-ES" sz="2200" dirty="0"/>
          </a:p>
          <a:p>
            <a:pPr marL="361950" lvl="2" indent="0">
              <a:spcBef>
                <a:spcPts val="0"/>
              </a:spcBef>
              <a:spcAft>
                <a:spcPts val="600"/>
              </a:spcAft>
              <a:buNone/>
              <a:tabLst>
                <a:tab pos="5562600" algn="l"/>
              </a:tabLst>
            </a:pPr>
            <a:r>
              <a:rPr lang="es-ES" sz="2200" dirty="0"/>
              <a:t>Cadenas de caracteres 	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"Hola Mundo!"</a:t>
            </a:r>
          </a:p>
          <a:p>
            <a:pPr marL="361950" lvl="2" indent="0">
              <a:spcBef>
                <a:spcPts val="0"/>
              </a:spcBef>
              <a:buNone/>
            </a:pPr>
            <a:r>
              <a:rPr lang="es-ES" sz="2200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void</a:t>
            </a:r>
            <a:endParaRPr lang="es-ES" sz="2200" dirty="0"/>
          </a:p>
          <a:p>
            <a:pPr marL="361950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i="1" dirty="0"/>
              <a:t>Nada</a:t>
            </a:r>
            <a:r>
              <a:rPr lang="es-ES" sz="2200" dirty="0"/>
              <a:t>, ausencia de tipo, ausencia de dato (</a:t>
            </a:r>
            <a:r>
              <a:rPr lang="es-ES" sz="2200" i="1" dirty="0"/>
              <a:t>funciones</a:t>
            </a:r>
            <a:r>
              <a:rPr lang="es-ES" sz="2200" dirty="0"/>
              <a:t>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172400" y="1115219"/>
            <a:ext cx="668338" cy="830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</a:t>
            </a:r>
            <a:endParaRPr lang="es-ES" sz="4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8172400" y="2627387"/>
            <a:ext cx="668338" cy="830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</a:t>
            </a:r>
            <a:endParaRPr lang="es-ES" sz="4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908778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B953C-294D-4ED1-83B0-6616D2F7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Conversión entre bases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155D5B23-3C80-422E-B2C4-9DE3E62C4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99792" y="1082482"/>
            <a:ext cx="3173454" cy="5489790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1383954434"/>
      </p:ext>
    </p:extLst>
  </p:cSld>
  <p:clrMapOvr>
    <a:masterClrMapping/>
  </p:clrMapOvr>
  <p:transition spd="med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int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Intervalo de valores: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	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-2147483648</a:t>
            </a:r>
            <a:r>
              <a:rPr lang="es-ES" dirty="0">
                <a:solidFill>
                  <a:srgbClr val="FFFF00"/>
                </a:solidFill>
                <a:cs typeface="Courier New" pitchFamily="49" charset="0"/>
              </a:rPr>
              <a:t> </a:t>
            </a:r>
            <a:r>
              <a:rPr lang="es-ES" dirty="0"/>
              <a:t>..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2147483647</a:t>
            </a:r>
            <a:r>
              <a:rPr lang="es-ES" dirty="0">
                <a:latin typeface="Consolas" pitchFamily="49" charset="0"/>
              </a:rPr>
              <a:t> 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Bytes de memoria: </a:t>
            </a:r>
            <a:r>
              <a:rPr lang="es-ES" dirty="0">
                <a:solidFill>
                  <a:srgbClr val="FFC000"/>
                </a:solidFill>
              </a:rPr>
              <a:t>4</a:t>
            </a:r>
            <a:r>
              <a:rPr lang="es-ES" dirty="0"/>
              <a:t>*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Literales: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1363</a:t>
            </a:r>
            <a:r>
              <a:rPr lang="es-ES" dirty="0"/>
              <a:t>,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-12</a:t>
            </a:r>
            <a:r>
              <a:rPr lang="es-ES" dirty="0"/>
              <a:t>,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010</a:t>
            </a:r>
            <a:r>
              <a:rPr lang="es-ES" dirty="0"/>
              <a:t> ,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0x1A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>
                <a:solidFill>
                  <a:prstClr val="white"/>
                </a:solidFill>
              </a:rPr>
              <a:t>Página</a:t>
            </a:r>
            <a:r>
              <a:rPr lang="en-US">
                <a:solidFill>
                  <a:prstClr val="white"/>
                </a:solidFill>
              </a:rPr>
              <a:t> </a:t>
            </a:r>
            <a:fld id="{042AED99-7FB4-404E-8A97-64753DCE42EC}" type="slidenum">
              <a:rPr lang="en-US" smtClean="0">
                <a:solidFill>
                  <a:prstClr val="white"/>
                </a:solidFill>
              </a:rPr>
              <a:pPr/>
              <a:t>56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prstClr val="white"/>
                </a:solidFill>
              </a:rPr>
              <a:t>Fundamentos de la programación: Tipos e instrucciones I (Anexo)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6732240" y="1700808"/>
            <a:ext cx="1944216" cy="3384376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6732240" y="1851640"/>
          <a:ext cx="1764000" cy="301752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418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14" name="13 Conector recto de flecha"/>
          <p:cNvCxnSpPr/>
          <p:nvPr/>
        </p:nvCxnSpPr>
        <p:spPr>
          <a:xfrm>
            <a:off x="1325394" y="3898933"/>
            <a:ext cx="1756098" cy="515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rot="5400000" flipH="1" flipV="1">
            <a:off x="1342305" y="3757645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1475656" y="3614769"/>
            <a:ext cx="237684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1900294" y="3614769"/>
            <a:ext cx="357190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rot="5400000" flipH="1" flipV="1">
            <a:off x="2105083" y="3757645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arrow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1475656" y="4186273"/>
            <a:ext cx="237684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1900294" y="4186273"/>
            <a:ext cx="357190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rot="5400000" flipH="1" flipV="1">
            <a:off x="1342305" y="4043397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 rot="5400000" flipH="1" flipV="1">
            <a:off x="2100320" y="4043397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 de flecha"/>
          <p:cNvCxnSpPr>
            <a:stCxn id="66" idx="2"/>
          </p:cNvCxnSpPr>
          <p:nvPr/>
        </p:nvCxnSpPr>
        <p:spPr>
          <a:xfrm rot="10800000" flipH="1" flipV="1">
            <a:off x="3088406" y="3897051"/>
            <a:ext cx="3427809" cy="5057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rot="16200000" flipV="1">
            <a:off x="5311819" y="4043850"/>
            <a:ext cx="248558" cy="1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4067944" y="4154413"/>
            <a:ext cx="1368152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 rot="5400000" flipH="1" flipV="1">
            <a:off x="3943665" y="4043851"/>
            <a:ext cx="248559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/>
          <p:nvPr/>
        </p:nvCxnSpPr>
        <p:spPr>
          <a:xfrm>
            <a:off x="2433420" y="4645199"/>
            <a:ext cx="288032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 de flecha"/>
          <p:cNvCxnSpPr/>
          <p:nvPr/>
        </p:nvCxnSpPr>
        <p:spPr>
          <a:xfrm>
            <a:off x="4860032" y="4653136"/>
            <a:ext cx="1296144" cy="1588"/>
          </a:xfrm>
          <a:prstGeom prst="straightConnector1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rot="5400000" flipH="1" flipV="1">
            <a:off x="5221782" y="4867450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4067944" y="5081764"/>
            <a:ext cx="1368152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rot="5400000" flipH="1" flipV="1">
            <a:off x="3853630" y="4867450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 de flecha"/>
          <p:cNvCxnSpPr/>
          <p:nvPr/>
        </p:nvCxnSpPr>
        <p:spPr>
          <a:xfrm>
            <a:off x="2865468" y="4654724"/>
            <a:ext cx="1462202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 de flecha"/>
          <p:cNvCxnSpPr/>
          <p:nvPr/>
        </p:nvCxnSpPr>
        <p:spPr>
          <a:xfrm>
            <a:off x="4860032" y="5386161"/>
            <a:ext cx="1296144" cy="1588"/>
          </a:xfrm>
          <a:prstGeom prst="straightConnector1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 rot="5400000" flipH="1" flipV="1">
            <a:off x="5797846" y="5600475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3873580" y="5814789"/>
            <a:ext cx="2138580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 rot="5400000" flipH="1" flipV="1">
            <a:off x="3659266" y="5600475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 de flecha"/>
          <p:cNvCxnSpPr>
            <a:endCxn id="64" idx="2"/>
          </p:cNvCxnSpPr>
          <p:nvPr/>
        </p:nvCxnSpPr>
        <p:spPr>
          <a:xfrm flipV="1">
            <a:off x="3681269" y="5380645"/>
            <a:ext cx="530691" cy="2733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 de flecha"/>
          <p:cNvCxnSpPr/>
          <p:nvPr/>
        </p:nvCxnSpPr>
        <p:spPr>
          <a:xfrm>
            <a:off x="3153500" y="5382741"/>
            <a:ext cx="226885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 rot="5400000" flipH="1" flipV="1">
            <a:off x="2059093" y="4278809"/>
            <a:ext cx="748655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 rot="5400000" flipH="1" flipV="1">
            <a:off x="5418176" y="4652006"/>
            <a:ext cx="1476000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"/>
          <p:cNvCxnSpPr/>
          <p:nvPr/>
        </p:nvCxnSpPr>
        <p:spPr>
          <a:xfrm rot="5400000" flipH="1" flipV="1">
            <a:off x="2790034" y="5027463"/>
            <a:ext cx="748655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79 CuadroTexto"/>
          <p:cNvSpPr txBox="1"/>
          <p:nvPr/>
        </p:nvSpPr>
        <p:spPr>
          <a:xfrm>
            <a:off x="827584" y="5185767"/>
            <a:ext cx="2350900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Notación hexadecimal</a:t>
            </a:r>
          </a:p>
        </p:txBody>
      </p:sp>
      <p:sp>
        <p:nvSpPr>
          <p:cNvPr id="84" name="83 CuadroTexto"/>
          <p:cNvSpPr txBox="1"/>
          <p:nvPr/>
        </p:nvSpPr>
        <p:spPr>
          <a:xfrm>
            <a:off x="3851920" y="1844824"/>
            <a:ext cx="2698175" cy="90794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66700" indent="-266700">
              <a:spcAft>
                <a:spcPts val="600"/>
              </a:spcAft>
            </a:pPr>
            <a:r>
              <a:rPr lang="es-ES" sz="1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(*)	Depende de la máquina</a:t>
            </a:r>
            <a:br>
              <a:rPr lang="es-ES" sz="1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1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4 bytes es lo más habitual</a:t>
            </a:r>
          </a:p>
          <a:p>
            <a:pPr marL="266700" indent="-266700">
              <a:spcAft>
                <a:spcPts val="600"/>
              </a:spcAft>
            </a:pPr>
            <a:r>
              <a:rPr lang="es-ES" sz="1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	</a:t>
            </a:r>
          </a:p>
        </p:txBody>
      </p:sp>
      <p:sp>
        <p:nvSpPr>
          <p:cNvPr id="63" name="62 CuadroTexto"/>
          <p:cNvSpPr txBox="1"/>
          <p:nvPr/>
        </p:nvSpPr>
        <p:spPr>
          <a:xfrm>
            <a:off x="827584" y="4465687"/>
            <a:ext cx="1596912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Notación octal</a:t>
            </a:r>
          </a:p>
        </p:txBody>
      </p:sp>
      <p:sp>
        <p:nvSpPr>
          <p:cNvPr id="59" name="58 Elipse"/>
          <p:cNvSpPr/>
          <p:nvPr/>
        </p:nvSpPr>
        <p:spPr>
          <a:xfrm>
            <a:off x="1710730" y="3429000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+</a:t>
            </a:r>
          </a:p>
        </p:txBody>
      </p:sp>
      <p:sp>
        <p:nvSpPr>
          <p:cNvPr id="60" name="59 Elipse"/>
          <p:cNvSpPr/>
          <p:nvPr/>
        </p:nvSpPr>
        <p:spPr>
          <a:xfrm>
            <a:off x="1725588" y="4005064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-</a:t>
            </a:r>
          </a:p>
        </p:txBody>
      </p:sp>
      <p:sp>
        <p:nvSpPr>
          <p:cNvPr id="61" name="60 Elipse"/>
          <p:cNvSpPr/>
          <p:nvPr/>
        </p:nvSpPr>
        <p:spPr>
          <a:xfrm>
            <a:off x="2728367" y="4465687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</a:p>
        </p:txBody>
      </p:sp>
      <p:sp>
        <p:nvSpPr>
          <p:cNvPr id="62" name="61 Elipse"/>
          <p:cNvSpPr/>
          <p:nvPr/>
        </p:nvSpPr>
        <p:spPr>
          <a:xfrm>
            <a:off x="3395489" y="5204817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x</a:t>
            </a:r>
          </a:p>
        </p:txBody>
      </p:sp>
      <p:sp>
        <p:nvSpPr>
          <p:cNvPr id="64" name="63 Elipse"/>
          <p:cNvSpPr/>
          <p:nvPr/>
        </p:nvSpPr>
        <p:spPr>
          <a:xfrm>
            <a:off x="4211960" y="5200625"/>
            <a:ext cx="1656184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0..9,A..F</a:t>
            </a:r>
          </a:p>
        </p:txBody>
      </p:sp>
      <p:sp>
        <p:nvSpPr>
          <p:cNvPr id="66" name="65 Elipse"/>
          <p:cNvSpPr/>
          <p:nvPr/>
        </p:nvSpPr>
        <p:spPr>
          <a:xfrm>
            <a:off x="3088407" y="3717032"/>
            <a:ext cx="792088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</a:t>
            </a:r>
          </a:p>
        </p:txBody>
      </p:sp>
      <p:sp>
        <p:nvSpPr>
          <p:cNvPr id="67" name="66 Elipse"/>
          <p:cNvSpPr/>
          <p:nvPr/>
        </p:nvSpPr>
        <p:spPr>
          <a:xfrm>
            <a:off x="4355976" y="3976489"/>
            <a:ext cx="792088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</a:t>
            </a:r>
          </a:p>
        </p:txBody>
      </p:sp>
      <p:sp>
        <p:nvSpPr>
          <p:cNvPr id="68" name="67 Elipse"/>
          <p:cNvSpPr/>
          <p:nvPr/>
        </p:nvSpPr>
        <p:spPr>
          <a:xfrm>
            <a:off x="4331593" y="4465687"/>
            <a:ext cx="792088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0..7</a:t>
            </a:r>
          </a:p>
        </p:txBody>
      </p:sp>
      <p:sp>
        <p:nvSpPr>
          <p:cNvPr id="49" name="48 Rectángulo"/>
          <p:cNvSpPr/>
          <p:nvPr/>
        </p:nvSpPr>
        <p:spPr>
          <a:xfrm>
            <a:off x="6372200" y="332656"/>
            <a:ext cx="23501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Números enteros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8709922"/>
      </p:ext>
    </p:extLst>
  </p:cSld>
  <p:clrMapOvr>
    <a:masterClrMapping/>
  </p:clrMapOvr>
  <p:transition spd="med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int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14375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Números en notación octal (base 8):</a:t>
            </a:r>
          </a:p>
          <a:p>
            <a:pPr lvl="1" indent="1588" defTabSz="714375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Dígitos</a:t>
            </a:r>
            <a:r>
              <a:rPr lang="es-ES" dirty="0"/>
              <a:t> posibles: 0, 1, 2, 3, 4, 5, 6, 7</a:t>
            </a:r>
            <a:br>
              <a:rPr lang="es-ES" dirty="0"/>
            </a:br>
            <a:r>
              <a:rPr lang="es-ES" dirty="0"/>
              <a:t> 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-010</a:t>
            </a:r>
            <a:r>
              <a:rPr lang="es-ES" dirty="0">
                <a:solidFill>
                  <a:srgbClr val="FFFF00"/>
                </a:solidFill>
                <a:cs typeface="Courier New" pitchFamily="49" charset="0"/>
              </a:rPr>
              <a:t> </a:t>
            </a:r>
            <a:r>
              <a:rPr lang="es-ES" dirty="0"/>
              <a:t>= -</a:t>
            </a:r>
            <a:r>
              <a:rPr lang="es-ES" dirty="0">
                <a:cs typeface="Courier New" pitchFamily="49" charset="0"/>
              </a:rPr>
              <a:t>8 en notación decimal</a:t>
            </a:r>
            <a:br>
              <a:rPr lang="es-ES" dirty="0">
                <a:cs typeface="Courier New" pitchFamily="49" charset="0"/>
              </a:rPr>
            </a:br>
            <a:r>
              <a:rPr lang="es-ES" dirty="0">
                <a:cs typeface="Courier New" pitchFamily="49" charset="0"/>
              </a:rPr>
              <a:t>    10 = 1 </a:t>
            </a:r>
            <a:r>
              <a:rPr lang="es-ES" dirty="0"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cs typeface="Courier New" pitchFamily="49" charset="0"/>
              </a:rPr>
              <a:t> 8</a:t>
            </a:r>
            <a:r>
              <a:rPr lang="es-ES" baseline="30000" dirty="0">
                <a:cs typeface="Courier New" pitchFamily="49" charset="0"/>
              </a:rPr>
              <a:t>1</a:t>
            </a:r>
            <a:r>
              <a:rPr lang="es-ES" dirty="0">
                <a:cs typeface="Courier New" pitchFamily="49" charset="0"/>
              </a:rPr>
              <a:t> + 0 </a:t>
            </a:r>
            <a:r>
              <a:rPr lang="es-ES" dirty="0"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cs typeface="Courier New" pitchFamily="49" charset="0"/>
              </a:rPr>
              <a:t> 8</a:t>
            </a:r>
            <a:r>
              <a:rPr lang="es-ES" baseline="30000" dirty="0">
                <a:cs typeface="Courier New" pitchFamily="49" charset="0"/>
              </a:rPr>
              <a:t>0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= 1 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8 + 0</a:t>
            </a:r>
            <a:endParaRPr lang="es-ES" dirty="0">
              <a:latin typeface="Consolas" pitchFamily="49" charset="0"/>
            </a:endParaRPr>
          </a:p>
          <a:p>
            <a:pPr lvl="1" indent="1588" defTabSz="714375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 0423</a:t>
            </a:r>
            <a:r>
              <a:rPr lang="es-ES" dirty="0">
                <a:solidFill>
                  <a:srgbClr val="FFFF00"/>
                </a:solidFill>
                <a:cs typeface="Courier New" pitchFamily="49" charset="0"/>
              </a:rPr>
              <a:t> </a:t>
            </a:r>
            <a:r>
              <a:rPr lang="es-ES" dirty="0">
                <a:solidFill>
                  <a:prstClr val="white"/>
                </a:solidFill>
              </a:rPr>
              <a:t>= 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275 en notación decimal</a:t>
            </a:r>
            <a:br>
              <a:rPr lang="es-ES" dirty="0">
                <a:solidFill>
                  <a:prstClr val="white"/>
                </a:solidFill>
                <a:cs typeface="Courier New" pitchFamily="49" charset="0"/>
              </a:rPr>
            </a:b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   423 = 4 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</a:t>
            </a:r>
            <a:r>
              <a:rPr lang="es-ES" dirty="0">
                <a:cs typeface="Courier New" pitchFamily="49" charset="0"/>
              </a:rPr>
              <a:t>8</a:t>
            </a:r>
            <a:r>
              <a:rPr lang="es-ES" baseline="30000" dirty="0">
                <a:cs typeface="Courier New" pitchFamily="49" charset="0"/>
              </a:rPr>
              <a:t>2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+ 2 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</a:t>
            </a:r>
            <a:r>
              <a:rPr lang="es-ES" dirty="0">
                <a:cs typeface="Courier New" pitchFamily="49" charset="0"/>
              </a:rPr>
              <a:t>8</a:t>
            </a:r>
            <a:r>
              <a:rPr lang="es-ES" baseline="30000" dirty="0">
                <a:cs typeface="Courier New" pitchFamily="49" charset="0"/>
              </a:rPr>
              <a:t>1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+ 3</a:t>
            </a:r>
            <a:r>
              <a:rPr lang="es-ES" dirty="0">
                <a:cs typeface="Courier New" pitchFamily="49" charset="0"/>
              </a:rPr>
              <a:t> </a:t>
            </a:r>
            <a:r>
              <a:rPr lang="es-ES" dirty="0"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cs typeface="Courier New" pitchFamily="49" charset="0"/>
              </a:rPr>
              <a:t> 8</a:t>
            </a:r>
            <a:r>
              <a:rPr lang="es-ES" baseline="30000" dirty="0">
                <a:cs typeface="Courier New" pitchFamily="49" charset="0"/>
              </a:rPr>
              <a:t>0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= 4 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64 + 2 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8 + 3 = 256 + 16 +3</a:t>
            </a:r>
            <a:endParaRPr lang="es-ES" dirty="0">
              <a:latin typeface="Consolas" pitchFamily="49" charset="0"/>
            </a:endParaRPr>
          </a:p>
          <a:p>
            <a:pPr lvl="1" indent="1588" defTabSz="714375">
              <a:spcBef>
                <a:spcPts val="1800"/>
              </a:spcBef>
              <a:spcAft>
                <a:spcPts val="600"/>
              </a:spcAft>
              <a:buNone/>
            </a:pPr>
            <a:r>
              <a:rPr lang="es-ES" dirty="0"/>
              <a:t>Números en notación hexadecimal (base 16):</a:t>
            </a:r>
          </a:p>
          <a:p>
            <a:pPr lvl="1" indent="1588" defTabSz="714375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Dígitos</a:t>
            </a:r>
            <a:r>
              <a:rPr lang="es-ES" dirty="0"/>
              <a:t> posibles: 0, 1, 2, 3, 4, 5, 6, 7, 8, 9, A, B, C, D, E, F</a:t>
            </a:r>
            <a:br>
              <a:rPr lang="es-ES" dirty="0"/>
            </a:br>
            <a:r>
              <a:rPr lang="es-ES" dirty="0"/>
              <a:t>	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0x1F</a:t>
            </a:r>
            <a:r>
              <a:rPr lang="es-ES" dirty="0">
                <a:solidFill>
                  <a:srgbClr val="FFFF00"/>
                </a:solidFill>
                <a:cs typeface="Courier New" pitchFamily="49" charset="0"/>
              </a:rPr>
              <a:t> </a:t>
            </a:r>
            <a:r>
              <a:rPr lang="es-ES" dirty="0"/>
              <a:t>= 31</a:t>
            </a:r>
            <a:r>
              <a:rPr lang="es-ES" dirty="0">
                <a:cs typeface="Courier New" pitchFamily="49" charset="0"/>
              </a:rPr>
              <a:t> en notación decimal</a:t>
            </a:r>
            <a:br>
              <a:rPr lang="es-ES" dirty="0">
                <a:cs typeface="Courier New" pitchFamily="49" charset="0"/>
              </a:rPr>
            </a:br>
            <a:r>
              <a:rPr lang="es-ES" dirty="0">
                <a:cs typeface="Courier New" pitchFamily="49" charset="0"/>
              </a:rPr>
              <a:t>		1F = 1 </a:t>
            </a:r>
            <a:r>
              <a:rPr lang="es-ES" dirty="0"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cs typeface="Courier New" pitchFamily="49" charset="0"/>
              </a:rPr>
              <a:t> 16</a:t>
            </a:r>
            <a:r>
              <a:rPr lang="es-ES" baseline="30000" dirty="0">
                <a:cs typeface="Courier New" pitchFamily="49" charset="0"/>
              </a:rPr>
              <a:t>1</a:t>
            </a:r>
            <a:r>
              <a:rPr lang="es-ES" dirty="0">
                <a:cs typeface="Courier New" pitchFamily="49" charset="0"/>
              </a:rPr>
              <a:t> + F </a:t>
            </a:r>
            <a:r>
              <a:rPr lang="es-ES" dirty="0"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cs typeface="Courier New" pitchFamily="49" charset="0"/>
              </a:rPr>
              <a:t> 16</a:t>
            </a:r>
            <a:r>
              <a:rPr lang="es-ES" baseline="30000" dirty="0">
                <a:cs typeface="Courier New" pitchFamily="49" charset="0"/>
              </a:rPr>
              <a:t>0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= 1 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16 + 15</a:t>
            </a:r>
            <a:endParaRPr lang="es-ES" dirty="0">
              <a:latin typeface="Consolas" pitchFamily="49" charset="0"/>
            </a:endParaRPr>
          </a:p>
          <a:p>
            <a:pPr lvl="1" indent="1588" defTabSz="714375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	0xAD</a:t>
            </a:r>
            <a:r>
              <a:rPr lang="es-ES" dirty="0">
                <a:solidFill>
                  <a:srgbClr val="FFFF00"/>
                </a:solidFill>
                <a:cs typeface="Courier New" pitchFamily="49" charset="0"/>
              </a:rPr>
              <a:t> </a:t>
            </a:r>
            <a:r>
              <a:rPr lang="es-ES" dirty="0">
                <a:solidFill>
                  <a:prstClr val="white"/>
                </a:solidFill>
              </a:rPr>
              <a:t>= 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173 en notación decimal</a:t>
            </a:r>
            <a:br>
              <a:rPr lang="es-ES" dirty="0">
                <a:solidFill>
                  <a:prstClr val="white"/>
                </a:solidFill>
                <a:cs typeface="Courier New" pitchFamily="49" charset="0"/>
              </a:rPr>
            </a:b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		AD = A 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</a:t>
            </a:r>
            <a:r>
              <a:rPr lang="es-ES" dirty="0">
                <a:cs typeface="Courier New" pitchFamily="49" charset="0"/>
              </a:rPr>
              <a:t>16</a:t>
            </a:r>
            <a:r>
              <a:rPr lang="es-ES" baseline="30000" dirty="0">
                <a:cs typeface="Courier New" pitchFamily="49" charset="0"/>
              </a:rPr>
              <a:t>1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+ D 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</a:t>
            </a:r>
            <a:r>
              <a:rPr lang="es-ES" dirty="0">
                <a:cs typeface="Courier New" pitchFamily="49" charset="0"/>
              </a:rPr>
              <a:t>16</a:t>
            </a:r>
            <a:r>
              <a:rPr lang="es-ES" baseline="30000" dirty="0">
                <a:cs typeface="Courier New" pitchFamily="49" charset="0"/>
              </a:rPr>
              <a:t>0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= 10 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urier New" pitchFamily="49" charset="0"/>
              </a:rPr>
              <a:t>x</a:t>
            </a:r>
            <a:r>
              <a:rPr lang="es-ES" dirty="0">
                <a:solidFill>
                  <a:prstClr val="white"/>
                </a:solidFill>
                <a:cs typeface="Courier New" pitchFamily="49" charset="0"/>
              </a:rPr>
              <a:t> 16 + 13 = 160 + 13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>
                <a:solidFill>
                  <a:prstClr val="white"/>
                </a:solidFill>
              </a:rPr>
              <a:t>Página</a:t>
            </a:r>
            <a:r>
              <a:rPr lang="en-US">
                <a:solidFill>
                  <a:prstClr val="white"/>
                </a:solidFill>
              </a:rPr>
              <a:t> </a:t>
            </a:r>
            <a:fld id="{042AED99-7FB4-404E-8A97-64753DCE42EC}" type="slidenum">
              <a:rPr lang="en-US" smtClean="0">
                <a:solidFill>
                  <a:prstClr val="white"/>
                </a:solidFill>
              </a:rPr>
              <a:pPr/>
              <a:t>57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prstClr val="white"/>
                </a:solidFill>
              </a:rPr>
              <a:t>Fundamentos de la programación: Tipos e instrucciones I (Anexo)</a:t>
            </a:r>
          </a:p>
        </p:txBody>
      </p:sp>
      <p:sp>
        <p:nvSpPr>
          <p:cNvPr id="6" name="5 Rectángulo"/>
          <p:cNvSpPr/>
          <p:nvPr/>
        </p:nvSpPr>
        <p:spPr>
          <a:xfrm>
            <a:off x="6372200" y="332656"/>
            <a:ext cx="23501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Números enteros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1117826"/>
      </p:ext>
    </p:extLst>
  </p:cSld>
  <p:clrMapOvr>
    <a:masterClrMapping/>
  </p:clrMapOvr>
  <p:transition spd="med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float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Intervalo de valores:</a:t>
            </a:r>
            <a:br>
              <a:rPr lang="es-ES" dirty="0"/>
            </a:br>
            <a:r>
              <a:rPr lang="es-ES" dirty="0"/>
              <a:t>	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+</a:t>
            </a:r>
            <a:r>
              <a:rPr lang="es-ES" dirty="0"/>
              <a:t>/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1.18e-38</a:t>
            </a:r>
            <a:r>
              <a:rPr lang="es-ES" dirty="0"/>
              <a:t> ..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3.40e+38</a:t>
            </a:r>
            <a:r>
              <a:rPr lang="es-ES" dirty="0">
                <a:latin typeface="Consolas" pitchFamily="49" charset="0"/>
              </a:rPr>
              <a:t> 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Bytes de memoria: </a:t>
            </a:r>
            <a:r>
              <a:rPr lang="es-ES" dirty="0">
                <a:solidFill>
                  <a:srgbClr val="FFC000"/>
                </a:solidFill>
              </a:rPr>
              <a:t>4</a:t>
            </a: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Punto flotante. Precisión: </a:t>
            </a:r>
            <a:r>
              <a:rPr lang="es-ES" dirty="0">
                <a:solidFill>
                  <a:srgbClr val="FFC000"/>
                </a:solidFill>
              </a:rPr>
              <a:t>7</a:t>
            </a:r>
            <a:r>
              <a:rPr lang="es-ES" dirty="0"/>
              <a:t> dígitos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Literales (</a:t>
            </a:r>
            <a:r>
              <a:rPr lang="es-ES" dirty="0">
                <a:solidFill>
                  <a:srgbClr val="FFC000"/>
                </a:solidFill>
              </a:rPr>
              <a:t>punto decimal</a:t>
            </a:r>
            <a:r>
              <a:rPr lang="es-ES" dirty="0"/>
              <a:t>):</a:t>
            </a:r>
          </a:p>
          <a:p>
            <a:pPr marL="628650" lvl="1" indent="-266700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Notación normal: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134.45</a:t>
            </a:r>
            <a:r>
              <a:rPr lang="es-ES" dirty="0"/>
              <a:t>,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-1.1764</a:t>
            </a:r>
          </a:p>
          <a:p>
            <a:pPr marL="628650" lvl="1" indent="-266700">
              <a:spcBef>
                <a:spcPts val="0"/>
              </a:spcBef>
              <a:spcAft>
                <a:spcPts val="600"/>
              </a:spcAft>
            </a:pPr>
            <a:endParaRPr lang="es-ES" dirty="0">
              <a:solidFill>
                <a:srgbClr val="FFFF00"/>
              </a:solidFill>
              <a:latin typeface="Consolas" pitchFamily="49" charset="0"/>
              <a:cs typeface="Courier New" pitchFamily="49" charset="0"/>
            </a:endParaRPr>
          </a:p>
          <a:p>
            <a:pPr marL="628650" lvl="1" indent="-266700">
              <a:spcBef>
                <a:spcPts val="0"/>
              </a:spcBef>
              <a:spcAft>
                <a:spcPts val="600"/>
              </a:spcAft>
            </a:pPr>
            <a:endParaRPr lang="es-ES" dirty="0">
              <a:solidFill>
                <a:srgbClr val="FFFF00"/>
              </a:solidFill>
              <a:latin typeface="Consolas" pitchFamily="49" charset="0"/>
              <a:cs typeface="Courier New" pitchFamily="49" charset="0"/>
            </a:endParaRPr>
          </a:p>
          <a:p>
            <a:pPr marL="628650" lvl="1" indent="-266700">
              <a:spcBef>
                <a:spcPts val="0"/>
              </a:spcBef>
              <a:spcAft>
                <a:spcPts val="600"/>
              </a:spcAft>
            </a:pPr>
            <a:endParaRPr lang="es-ES" dirty="0">
              <a:solidFill>
                <a:srgbClr val="FFFF00"/>
              </a:solidFill>
              <a:latin typeface="Consolas" pitchFamily="49" charset="0"/>
              <a:cs typeface="Courier New" pitchFamily="49" charset="0"/>
            </a:endParaRPr>
          </a:p>
          <a:p>
            <a:pPr marL="628650" lvl="1" indent="-266700">
              <a:spcBef>
                <a:spcPts val="600"/>
              </a:spcBef>
              <a:spcAft>
                <a:spcPts val="600"/>
              </a:spcAft>
            </a:pPr>
            <a:r>
              <a:rPr lang="es-ES" dirty="0"/>
              <a:t>Notación científica: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1.4E2</a:t>
            </a:r>
            <a:r>
              <a:rPr lang="es-ES" dirty="0"/>
              <a:t>,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-5.23e-02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>
                <a:solidFill>
                  <a:prstClr val="white"/>
                </a:solidFill>
              </a:rPr>
              <a:t>Página</a:t>
            </a:r>
            <a:r>
              <a:rPr lang="en-US">
                <a:solidFill>
                  <a:prstClr val="white"/>
                </a:solidFill>
              </a:rPr>
              <a:t> </a:t>
            </a:r>
            <a:fld id="{042AED99-7FB4-404E-8A97-64753DCE42EC}" type="slidenum">
              <a:rPr lang="en-US" smtClean="0">
                <a:solidFill>
                  <a:prstClr val="white"/>
                </a:solidFill>
              </a:rPr>
              <a:pPr/>
              <a:t>58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prstClr val="white"/>
                </a:solidFill>
              </a:rPr>
              <a:t>Fundamentos de la programación: Tipos e instrucciones I (Anexo)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6732240" y="1700808"/>
            <a:ext cx="1944216" cy="3384376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6751620" y="1851640"/>
          <a:ext cx="1764000" cy="301752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418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15" name="14 Conector recto"/>
          <p:cNvCxnSpPr/>
          <p:nvPr/>
        </p:nvCxnSpPr>
        <p:spPr>
          <a:xfrm rot="5400000" flipH="1" flipV="1">
            <a:off x="1158201" y="3897439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1291552" y="3764088"/>
            <a:ext cx="256112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1876279" y="3764088"/>
            <a:ext cx="247449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rot="5400000" flipH="1" flipV="1">
            <a:off x="1980851" y="3897439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arrow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1291552" y="4316542"/>
            <a:ext cx="256112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1876279" y="4316542"/>
            <a:ext cx="247449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rot="5400000" flipH="1" flipV="1">
            <a:off x="1158201" y="4183191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 rot="5400000" flipH="1" flipV="1">
            <a:off x="1980399" y="4183645"/>
            <a:ext cx="28665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rot="5400000" flipH="1" flipV="1">
            <a:off x="3479301" y="4264154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2555776" y="4468943"/>
            <a:ext cx="1152128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 de flecha"/>
          <p:cNvCxnSpPr/>
          <p:nvPr/>
        </p:nvCxnSpPr>
        <p:spPr>
          <a:xfrm>
            <a:off x="5292080" y="4050502"/>
            <a:ext cx="43204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 rot="5400000" flipH="1" flipV="1">
            <a:off x="5279501" y="4285454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>
            <a:off x="4427984" y="4490243"/>
            <a:ext cx="1080120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 rot="5400000" flipH="1" flipV="1">
            <a:off x="1158201" y="5485807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1291552" y="5352456"/>
            <a:ext cx="256112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1876279" y="5352456"/>
            <a:ext cx="218379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 rot="5400000" flipH="1" flipV="1">
            <a:off x="1951782" y="5485807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arrow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>
            <a:off x="1291552" y="5904910"/>
            <a:ext cx="256112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1876279" y="5904910"/>
            <a:ext cx="218379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 rot="5400000" flipH="1" flipV="1">
            <a:off x="1158201" y="5771559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>
            <a:off x="3851920" y="6069086"/>
            <a:ext cx="1080120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 de flecha"/>
          <p:cNvCxnSpPr/>
          <p:nvPr/>
        </p:nvCxnSpPr>
        <p:spPr>
          <a:xfrm>
            <a:off x="7850460" y="5638870"/>
            <a:ext cx="43204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 rot="5400000" flipH="1" flipV="1">
            <a:off x="7847406" y="5854772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>
            <a:off x="6914356" y="6069086"/>
            <a:ext cx="1152128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"/>
          <p:cNvCxnSpPr/>
          <p:nvPr/>
        </p:nvCxnSpPr>
        <p:spPr>
          <a:xfrm rot="5400000" flipH="1" flipV="1">
            <a:off x="5797276" y="5485807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>
            <a:off x="5940152" y="5352456"/>
            <a:ext cx="213541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"/>
          <p:cNvCxnSpPr/>
          <p:nvPr/>
        </p:nvCxnSpPr>
        <p:spPr>
          <a:xfrm>
            <a:off x="6482308" y="5352456"/>
            <a:ext cx="216024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"/>
          <p:cNvCxnSpPr/>
          <p:nvPr/>
        </p:nvCxnSpPr>
        <p:spPr>
          <a:xfrm rot="5400000" flipH="1" flipV="1">
            <a:off x="6555456" y="5485807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arrow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77 Conector recto"/>
          <p:cNvCxnSpPr/>
          <p:nvPr/>
        </p:nvCxnSpPr>
        <p:spPr>
          <a:xfrm>
            <a:off x="5940152" y="5904910"/>
            <a:ext cx="213541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"/>
          <p:cNvCxnSpPr/>
          <p:nvPr/>
        </p:nvCxnSpPr>
        <p:spPr>
          <a:xfrm>
            <a:off x="6482308" y="5904910"/>
            <a:ext cx="216024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79 Conector recto"/>
          <p:cNvCxnSpPr/>
          <p:nvPr/>
        </p:nvCxnSpPr>
        <p:spPr>
          <a:xfrm rot="5400000" flipH="1" flipV="1">
            <a:off x="5797276" y="5771559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>
            <a:off x="4067944" y="4052605"/>
            <a:ext cx="576064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 de flecha"/>
          <p:cNvCxnSpPr/>
          <p:nvPr/>
        </p:nvCxnSpPr>
        <p:spPr>
          <a:xfrm>
            <a:off x="3491880" y="4053016"/>
            <a:ext cx="43204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/>
          <p:nvPr/>
        </p:nvCxnSpPr>
        <p:spPr>
          <a:xfrm>
            <a:off x="1115616" y="4039242"/>
            <a:ext cx="1728192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 rot="5400000" flipH="1" flipV="1">
            <a:off x="4207096" y="4278880"/>
            <a:ext cx="441776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 rot="5400000" flipH="1" flipV="1">
            <a:off x="2350987" y="4264154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 de flecha"/>
          <p:cNvCxnSpPr/>
          <p:nvPr/>
        </p:nvCxnSpPr>
        <p:spPr>
          <a:xfrm>
            <a:off x="5620567" y="5627610"/>
            <a:ext cx="1559379" cy="11775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 rot="5400000" flipH="1" flipV="1">
            <a:off x="4703437" y="5854772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 de flecha"/>
          <p:cNvCxnSpPr/>
          <p:nvPr/>
        </p:nvCxnSpPr>
        <p:spPr>
          <a:xfrm>
            <a:off x="4716016" y="5638870"/>
            <a:ext cx="43204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 de flecha"/>
          <p:cNvCxnSpPr/>
          <p:nvPr/>
        </p:nvCxnSpPr>
        <p:spPr>
          <a:xfrm>
            <a:off x="3491880" y="5640973"/>
            <a:ext cx="576064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 de flecha"/>
          <p:cNvCxnSpPr/>
          <p:nvPr/>
        </p:nvCxnSpPr>
        <p:spPr>
          <a:xfrm>
            <a:off x="3059832" y="5641384"/>
            <a:ext cx="288032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 de flecha"/>
          <p:cNvCxnSpPr/>
          <p:nvPr/>
        </p:nvCxnSpPr>
        <p:spPr>
          <a:xfrm>
            <a:off x="1115616" y="5627610"/>
            <a:ext cx="1296144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 rot="5400000" flipH="1" flipV="1">
            <a:off x="3647131" y="5854772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 rot="5400000" flipH="1" flipV="1">
            <a:off x="1951782" y="5771559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"/>
          <p:cNvCxnSpPr/>
          <p:nvPr/>
        </p:nvCxnSpPr>
        <p:spPr>
          <a:xfrm rot="5400000" flipH="1" flipV="1">
            <a:off x="6555456" y="5771559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 rot="5400000" flipH="1" flipV="1">
            <a:off x="6709567" y="5854772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69 Elipse"/>
          <p:cNvSpPr/>
          <p:nvPr/>
        </p:nvSpPr>
        <p:spPr>
          <a:xfrm>
            <a:off x="2843808" y="3866381"/>
            <a:ext cx="72008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</a:t>
            </a:r>
          </a:p>
        </p:txBody>
      </p:sp>
      <p:sp>
        <p:nvSpPr>
          <p:cNvPr id="82" name="81 Elipse"/>
          <p:cNvSpPr/>
          <p:nvPr/>
        </p:nvSpPr>
        <p:spPr>
          <a:xfrm>
            <a:off x="6150843" y="5157192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+</a:t>
            </a:r>
          </a:p>
        </p:txBody>
      </p:sp>
      <p:sp>
        <p:nvSpPr>
          <p:cNvPr id="83" name="82 Elipse"/>
          <p:cNvSpPr/>
          <p:nvPr/>
        </p:nvSpPr>
        <p:spPr>
          <a:xfrm>
            <a:off x="6165701" y="5733256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-</a:t>
            </a:r>
          </a:p>
        </p:txBody>
      </p:sp>
      <p:sp>
        <p:nvSpPr>
          <p:cNvPr id="84" name="83 Elipse"/>
          <p:cNvSpPr/>
          <p:nvPr/>
        </p:nvSpPr>
        <p:spPr>
          <a:xfrm>
            <a:off x="1561381" y="3573016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+</a:t>
            </a:r>
          </a:p>
        </p:txBody>
      </p:sp>
      <p:sp>
        <p:nvSpPr>
          <p:cNvPr id="85" name="84 Elipse"/>
          <p:cNvSpPr/>
          <p:nvPr/>
        </p:nvSpPr>
        <p:spPr>
          <a:xfrm>
            <a:off x="1576239" y="4149080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-</a:t>
            </a:r>
          </a:p>
        </p:txBody>
      </p:sp>
      <p:sp>
        <p:nvSpPr>
          <p:cNvPr id="88" name="87 Elipse"/>
          <p:cNvSpPr/>
          <p:nvPr/>
        </p:nvSpPr>
        <p:spPr>
          <a:xfrm>
            <a:off x="1561381" y="5157192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+</a:t>
            </a:r>
          </a:p>
        </p:txBody>
      </p:sp>
      <p:sp>
        <p:nvSpPr>
          <p:cNvPr id="89" name="88 Elipse"/>
          <p:cNvSpPr/>
          <p:nvPr/>
        </p:nvSpPr>
        <p:spPr>
          <a:xfrm>
            <a:off x="1576239" y="5733256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-</a:t>
            </a:r>
          </a:p>
        </p:txBody>
      </p:sp>
      <p:sp>
        <p:nvSpPr>
          <p:cNvPr id="90" name="89 Elipse"/>
          <p:cNvSpPr/>
          <p:nvPr/>
        </p:nvSpPr>
        <p:spPr>
          <a:xfrm>
            <a:off x="3347864" y="5473799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.</a:t>
            </a:r>
          </a:p>
        </p:txBody>
      </p:sp>
      <p:sp>
        <p:nvSpPr>
          <p:cNvPr id="91" name="90 Elipse"/>
          <p:cNvSpPr/>
          <p:nvPr/>
        </p:nvSpPr>
        <p:spPr>
          <a:xfrm>
            <a:off x="3923928" y="3880098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.</a:t>
            </a:r>
          </a:p>
        </p:txBody>
      </p:sp>
      <p:sp>
        <p:nvSpPr>
          <p:cNvPr id="92" name="91 Elipse"/>
          <p:cNvSpPr/>
          <p:nvPr/>
        </p:nvSpPr>
        <p:spPr>
          <a:xfrm>
            <a:off x="5157589" y="5454749"/>
            <a:ext cx="648072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e,E</a:t>
            </a:r>
            <a:endParaRPr lang="es-E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93" name="92 Elipse"/>
          <p:cNvSpPr/>
          <p:nvPr/>
        </p:nvSpPr>
        <p:spPr>
          <a:xfrm>
            <a:off x="4644008" y="3866381"/>
            <a:ext cx="72008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</a:t>
            </a:r>
          </a:p>
        </p:txBody>
      </p:sp>
      <p:sp>
        <p:nvSpPr>
          <p:cNvPr id="94" name="93 Elipse"/>
          <p:cNvSpPr/>
          <p:nvPr/>
        </p:nvSpPr>
        <p:spPr>
          <a:xfrm>
            <a:off x="2411760" y="5454749"/>
            <a:ext cx="72008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</a:t>
            </a:r>
          </a:p>
        </p:txBody>
      </p:sp>
      <p:sp>
        <p:nvSpPr>
          <p:cNvPr id="95" name="94 Elipse"/>
          <p:cNvSpPr/>
          <p:nvPr/>
        </p:nvSpPr>
        <p:spPr>
          <a:xfrm>
            <a:off x="4067944" y="5454749"/>
            <a:ext cx="72008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</a:t>
            </a:r>
          </a:p>
        </p:txBody>
      </p:sp>
      <p:sp>
        <p:nvSpPr>
          <p:cNvPr id="96" name="95 Elipse"/>
          <p:cNvSpPr/>
          <p:nvPr/>
        </p:nvSpPr>
        <p:spPr>
          <a:xfrm>
            <a:off x="7202388" y="5454749"/>
            <a:ext cx="72008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</a:t>
            </a:r>
          </a:p>
        </p:txBody>
      </p:sp>
      <p:sp>
        <p:nvSpPr>
          <p:cNvPr id="71" name="70 Rectángulo"/>
          <p:cNvSpPr/>
          <p:nvPr/>
        </p:nvSpPr>
        <p:spPr>
          <a:xfrm>
            <a:off x="4427984" y="332656"/>
            <a:ext cx="42446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Números reales (con decimales)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2809540"/>
      </p:ext>
    </p:extLst>
  </p:cSld>
  <p:clrMapOvr>
    <a:masterClrMapping/>
  </p:clrMapOvr>
  <p:transition spd="med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  <a:tabLst>
                <a:tab pos="7981950" algn="r"/>
              </a:tabLst>
            </a:pPr>
            <a:r>
              <a:rPr lang="es-ES" dirty="0"/>
              <a:t>Notación científica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91264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Siempre un número (con o sin signo) con un solo dígito de parte entera, seguido del exponente (potencia de 10):</a:t>
            </a:r>
          </a:p>
          <a:p>
            <a:pPr lvl="1" indent="1588" defTabSz="581025">
              <a:spcBef>
                <a:spcPts val="0"/>
              </a:spcBef>
              <a:spcAft>
                <a:spcPts val="1200"/>
              </a:spcAft>
              <a:buNone/>
              <a:tabLst>
                <a:tab pos="2333625" algn="l"/>
                <a:tab pos="2867025" algn="l"/>
                <a:tab pos="4848225" algn="l"/>
                <a:tab pos="5381625" algn="l"/>
              </a:tabLst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-5.23e-2</a:t>
            </a:r>
            <a:r>
              <a:rPr lang="es-ES" dirty="0"/>
              <a:t>	</a:t>
            </a:r>
            <a:r>
              <a:rPr lang="es-ES" dirty="0">
                <a:sym typeface="Wingdings" pitchFamily="2" charset="2"/>
              </a:rPr>
              <a:t>	</a:t>
            </a:r>
            <a:r>
              <a:rPr lang="es-ES" dirty="0"/>
              <a:t>-5,23 </a:t>
            </a:r>
            <a:r>
              <a:rPr lang="es-ES" dirty="0">
                <a:latin typeface="+mj-lt"/>
              </a:rPr>
              <a:t>x</a:t>
            </a:r>
            <a:r>
              <a:rPr lang="es-ES" dirty="0"/>
              <a:t> 10</a:t>
            </a:r>
            <a:r>
              <a:rPr lang="es-ES" baseline="30000" dirty="0"/>
              <a:t>-2	</a:t>
            </a:r>
            <a:r>
              <a:rPr lang="es-ES" dirty="0">
                <a:sym typeface="Wingdings" pitchFamily="2" charset="2"/>
              </a:rPr>
              <a:t>	</a:t>
            </a:r>
            <a:r>
              <a:rPr lang="es-ES" dirty="0"/>
              <a:t>-0,0523</a:t>
            </a:r>
          </a:p>
          <a:p>
            <a:pPr lvl="1" indent="1588" defTabSz="581025">
              <a:spcBef>
                <a:spcPts val="0"/>
              </a:spcBef>
              <a:spcAft>
                <a:spcPts val="1200"/>
              </a:spcAft>
              <a:buClr>
                <a:srgbClr val="04617B">
                  <a:lumMod val="20000"/>
                  <a:lumOff val="80000"/>
                </a:srgbClr>
              </a:buClr>
              <a:buNone/>
              <a:tabLst>
                <a:tab pos="2333625" algn="l"/>
                <a:tab pos="2867025" algn="l"/>
                <a:tab pos="4848225" algn="l"/>
                <a:tab pos="5381625" algn="l"/>
              </a:tabLst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1.11e2</a:t>
            </a:r>
            <a:r>
              <a:rPr lang="es-ES" dirty="0">
                <a:solidFill>
                  <a:prstClr val="white"/>
                </a:solidFill>
              </a:rPr>
              <a:t>	</a:t>
            </a:r>
            <a:r>
              <a:rPr lang="es-ES" dirty="0">
                <a:solidFill>
                  <a:prstClr val="white"/>
                </a:solidFill>
                <a:sym typeface="Wingdings" pitchFamily="2" charset="2"/>
              </a:rPr>
              <a:t>	</a:t>
            </a:r>
            <a:r>
              <a:rPr lang="es-ES" dirty="0">
                <a:solidFill>
                  <a:prstClr val="white"/>
                </a:solidFill>
              </a:rPr>
              <a:t>1,11 </a:t>
            </a:r>
            <a:r>
              <a:rPr lang="es-ES" dirty="0">
                <a:solidFill>
                  <a:prstClr val="white"/>
                </a:solidFill>
                <a:latin typeface="Calibri"/>
              </a:rPr>
              <a:t>x</a:t>
            </a:r>
            <a:r>
              <a:rPr lang="es-ES" dirty="0">
                <a:solidFill>
                  <a:prstClr val="white"/>
                </a:solidFill>
              </a:rPr>
              <a:t> 10</a:t>
            </a:r>
            <a:r>
              <a:rPr lang="es-ES" baseline="30000" dirty="0">
                <a:solidFill>
                  <a:prstClr val="white"/>
                </a:solidFill>
              </a:rPr>
              <a:t>2	</a:t>
            </a:r>
            <a:r>
              <a:rPr lang="es-ES" dirty="0">
                <a:solidFill>
                  <a:prstClr val="white"/>
                </a:solidFill>
                <a:sym typeface="Wingdings" pitchFamily="2" charset="2"/>
              </a:rPr>
              <a:t>	111</a:t>
            </a:r>
            <a:r>
              <a:rPr lang="es-ES" dirty="0">
                <a:solidFill>
                  <a:prstClr val="white"/>
                </a:solidFill>
              </a:rPr>
              <a:t>,0</a:t>
            </a:r>
          </a:p>
          <a:p>
            <a:pPr lvl="1" indent="1588" defTabSz="581025">
              <a:spcBef>
                <a:spcPts val="0"/>
              </a:spcBef>
              <a:spcAft>
                <a:spcPts val="1200"/>
              </a:spcAft>
              <a:buClr>
                <a:srgbClr val="04617B">
                  <a:lumMod val="20000"/>
                  <a:lumOff val="80000"/>
                </a:srgbClr>
              </a:buClr>
              <a:buNone/>
              <a:tabLst>
                <a:tab pos="2333625" algn="l"/>
                <a:tab pos="2867025" algn="l"/>
                <a:tab pos="4848225" algn="l"/>
                <a:tab pos="5381625" algn="l"/>
              </a:tabLst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7.4523e-04</a:t>
            </a:r>
            <a:r>
              <a:rPr lang="es-ES" dirty="0">
                <a:solidFill>
                  <a:prstClr val="white"/>
                </a:solidFill>
              </a:rPr>
              <a:t>	</a:t>
            </a:r>
            <a:r>
              <a:rPr lang="es-ES" dirty="0">
                <a:solidFill>
                  <a:prstClr val="white"/>
                </a:solidFill>
                <a:sym typeface="Wingdings" pitchFamily="2" charset="2"/>
              </a:rPr>
              <a:t>	</a:t>
            </a:r>
            <a:r>
              <a:rPr lang="es-ES" dirty="0">
                <a:solidFill>
                  <a:prstClr val="white"/>
                </a:solidFill>
              </a:rPr>
              <a:t>7,4523 </a:t>
            </a:r>
            <a:r>
              <a:rPr lang="es-ES" dirty="0">
                <a:solidFill>
                  <a:prstClr val="white"/>
                </a:solidFill>
                <a:latin typeface="Calibri"/>
              </a:rPr>
              <a:t>x</a:t>
            </a:r>
            <a:r>
              <a:rPr lang="es-ES" dirty="0">
                <a:solidFill>
                  <a:prstClr val="white"/>
                </a:solidFill>
              </a:rPr>
              <a:t> 10</a:t>
            </a:r>
            <a:r>
              <a:rPr lang="es-ES" baseline="30000" dirty="0">
                <a:solidFill>
                  <a:prstClr val="white"/>
                </a:solidFill>
              </a:rPr>
              <a:t>-4	</a:t>
            </a:r>
            <a:r>
              <a:rPr lang="es-ES" dirty="0">
                <a:solidFill>
                  <a:prstClr val="white"/>
                </a:solidFill>
                <a:sym typeface="Wingdings" pitchFamily="2" charset="2"/>
              </a:rPr>
              <a:t>	</a:t>
            </a:r>
            <a:r>
              <a:rPr lang="es-ES" dirty="0">
                <a:solidFill>
                  <a:prstClr val="white"/>
                </a:solidFill>
              </a:rPr>
              <a:t>0,00074523</a:t>
            </a:r>
          </a:p>
          <a:p>
            <a:pPr lvl="1" indent="1588" defTabSz="581025">
              <a:spcBef>
                <a:spcPts val="0"/>
              </a:spcBef>
              <a:spcAft>
                <a:spcPts val="1200"/>
              </a:spcAft>
              <a:buClr>
                <a:srgbClr val="04617B">
                  <a:lumMod val="20000"/>
                  <a:lumOff val="80000"/>
                </a:srgbClr>
              </a:buClr>
              <a:buNone/>
              <a:tabLst>
                <a:tab pos="2333625" algn="l"/>
                <a:tab pos="2867025" algn="l"/>
                <a:tab pos="4848225" algn="l"/>
                <a:tab pos="5381625" algn="l"/>
              </a:tabLst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-3.3333e+06</a:t>
            </a:r>
            <a:r>
              <a:rPr lang="es-ES" dirty="0">
                <a:solidFill>
                  <a:prstClr val="white"/>
                </a:solidFill>
              </a:rPr>
              <a:t>	</a:t>
            </a:r>
            <a:r>
              <a:rPr lang="es-ES" dirty="0">
                <a:solidFill>
                  <a:prstClr val="white"/>
                </a:solidFill>
                <a:sym typeface="Wingdings" pitchFamily="2" charset="2"/>
              </a:rPr>
              <a:t>	</a:t>
            </a:r>
            <a:r>
              <a:rPr lang="es-ES" dirty="0">
                <a:solidFill>
                  <a:prstClr val="white"/>
                </a:solidFill>
              </a:rPr>
              <a:t>-3,3333 </a:t>
            </a:r>
            <a:r>
              <a:rPr lang="es-ES" dirty="0">
                <a:solidFill>
                  <a:prstClr val="white"/>
                </a:solidFill>
                <a:latin typeface="Calibri"/>
              </a:rPr>
              <a:t>x</a:t>
            </a:r>
            <a:r>
              <a:rPr lang="es-ES" dirty="0">
                <a:solidFill>
                  <a:prstClr val="white"/>
                </a:solidFill>
              </a:rPr>
              <a:t> 10</a:t>
            </a:r>
            <a:r>
              <a:rPr lang="es-ES" baseline="30000" dirty="0">
                <a:solidFill>
                  <a:prstClr val="white"/>
                </a:solidFill>
              </a:rPr>
              <a:t>6	</a:t>
            </a:r>
            <a:r>
              <a:rPr lang="es-ES" dirty="0">
                <a:solidFill>
                  <a:prstClr val="white"/>
                </a:solidFill>
                <a:sym typeface="Wingdings" pitchFamily="2" charset="2"/>
              </a:rPr>
              <a:t>	-</a:t>
            </a:r>
            <a:r>
              <a:rPr lang="es-ES" dirty="0">
                <a:solidFill>
                  <a:prstClr val="white"/>
                </a:solidFill>
              </a:rPr>
              <a:t>3.333.300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>
                <a:solidFill>
                  <a:prstClr val="white"/>
                </a:solidFill>
              </a:rPr>
              <a:t>Página</a:t>
            </a:r>
            <a:r>
              <a:rPr lang="en-US">
                <a:solidFill>
                  <a:prstClr val="white"/>
                </a:solidFill>
              </a:rPr>
              <a:t> </a:t>
            </a:r>
            <a:fld id="{042AED99-7FB4-404E-8A97-64753DCE42EC}" type="slidenum">
              <a:rPr lang="en-US" smtClean="0">
                <a:solidFill>
                  <a:prstClr val="white"/>
                </a:solidFill>
              </a:rPr>
              <a:pPr/>
              <a:t>59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prstClr val="white"/>
                </a:solidFill>
              </a:rPr>
              <a:t>Fundamentos de la programación: Tipos e instrucciones I (Anexo)</a:t>
            </a:r>
          </a:p>
        </p:txBody>
      </p:sp>
    </p:spTree>
    <p:extLst>
      <p:ext uri="{BB962C8B-B14F-4D97-AF65-F5344CB8AC3E}">
        <p14:creationId xmlns:p14="http://schemas.microsoft.com/office/powerpoint/2010/main" val="3578574002"/>
      </p:ext>
    </p:extLst>
  </p:cSld>
  <p:clrMapOvr>
    <a:masterClrMapping/>
  </p:clrMapOvr>
  <p:transition spd="med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double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Intervalo de valores:</a:t>
            </a:r>
            <a:br>
              <a:rPr lang="es-ES" dirty="0"/>
            </a:br>
            <a:r>
              <a:rPr lang="es-ES" dirty="0"/>
              <a:t>	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+</a:t>
            </a:r>
            <a:r>
              <a:rPr lang="es-ES" dirty="0"/>
              <a:t>/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2.23e-308</a:t>
            </a:r>
            <a:r>
              <a:rPr lang="es-ES" dirty="0"/>
              <a:t> ..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1.79e+308</a:t>
            </a:r>
            <a:r>
              <a:rPr lang="es-ES" dirty="0">
                <a:latin typeface="Consolas" pitchFamily="49" charset="0"/>
              </a:rPr>
              <a:t> 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Bytes de memoria: </a:t>
            </a:r>
            <a:r>
              <a:rPr lang="es-ES" dirty="0">
                <a:solidFill>
                  <a:srgbClr val="FFC000"/>
                </a:solidFill>
              </a:rPr>
              <a:t>8</a:t>
            </a: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Punto flotante. Precisión: </a:t>
            </a:r>
            <a:r>
              <a:rPr lang="es-ES" dirty="0">
                <a:solidFill>
                  <a:srgbClr val="FFC000"/>
                </a:solidFill>
              </a:rPr>
              <a:t>15</a:t>
            </a:r>
            <a:r>
              <a:rPr lang="es-ES" dirty="0"/>
              <a:t> dígitos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Literales (</a:t>
            </a:r>
            <a:r>
              <a:rPr lang="es-ES" dirty="0">
                <a:solidFill>
                  <a:srgbClr val="FFC000"/>
                </a:solidFill>
              </a:rPr>
              <a:t>punto decimal</a:t>
            </a:r>
            <a:r>
              <a:rPr lang="es-ES" dirty="0"/>
              <a:t>):</a:t>
            </a:r>
          </a:p>
          <a:p>
            <a:pPr marL="628650" lvl="1" indent="-266700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Notación normal: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134.45</a:t>
            </a:r>
            <a:r>
              <a:rPr lang="es-ES" dirty="0"/>
              <a:t>,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-1.1764</a:t>
            </a:r>
          </a:p>
          <a:p>
            <a:pPr marL="628650" lvl="1" indent="-266700">
              <a:spcBef>
                <a:spcPts val="0"/>
              </a:spcBef>
              <a:spcAft>
                <a:spcPts val="600"/>
              </a:spcAft>
            </a:pPr>
            <a:endParaRPr lang="es-ES" dirty="0">
              <a:solidFill>
                <a:srgbClr val="FFFF00"/>
              </a:solidFill>
              <a:latin typeface="Consolas" pitchFamily="49" charset="0"/>
              <a:cs typeface="Courier New" pitchFamily="49" charset="0"/>
            </a:endParaRPr>
          </a:p>
          <a:p>
            <a:pPr marL="628650" lvl="1" indent="-266700">
              <a:spcBef>
                <a:spcPts val="0"/>
              </a:spcBef>
              <a:spcAft>
                <a:spcPts val="600"/>
              </a:spcAft>
            </a:pPr>
            <a:endParaRPr lang="es-ES" dirty="0">
              <a:solidFill>
                <a:srgbClr val="FFFF00"/>
              </a:solidFill>
              <a:latin typeface="Consolas" pitchFamily="49" charset="0"/>
              <a:cs typeface="Courier New" pitchFamily="49" charset="0"/>
            </a:endParaRPr>
          </a:p>
          <a:p>
            <a:pPr marL="628650" lvl="1" indent="-266700">
              <a:spcBef>
                <a:spcPts val="0"/>
              </a:spcBef>
              <a:spcAft>
                <a:spcPts val="600"/>
              </a:spcAft>
            </a:pPr>
            <a:endParaRPr lang="es-ES" dirty="0">
              <a:solidFill>
                <a:srgbClr val="FFFF00"/>
              </a:solidFill>
              <a:latin typeface="Consolas" pitchFamily="49" charset="0"/>
              <a:cs typeface="Courier New" pitchFamily="49" charset="0"/>
            </a:endParaRPr>
          </a:p>
          <a:p>
            <a:pPr marL="628650" lvl="1" indent="-266700">
              <a:spcBef>
                <a:spcPts val="600"/>
              </a:spcBef>
              <a:spcAft>
                <a:spcPts val="600"/>
              </a:spcAft>
            </a:pPr>
            <a:r>
              <a:rPr lang="es-ES" dirty="0"/>
              <a:t>Notación científica: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1.4E2</a:t>
            </a:r>
            <a:r>
              <a:rPr lang="es-ES" dirty="0"/>
              <a:t>,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-5.23e-02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>
                <a:solidFill>
                  <a:prstClr val="white"/>
                </a:solidFill>
              </a:rPr>
              <a:t>Página</a:t>
            </a:r>
            <a:r>
              <a:rPr lang="en-US">
                <a:solidFill>
                  <a:prstClr val="white"/>
                </a:solidFill>
              </a:rPr>
              <a:t> </a:t>
            </a:r>
            <a:fld id="{042AED99-7FB4-404E-8A97-64753DCE42EC}" type="slidenum">
              <a:rPr lang="en-US" smtClean="0">
                <a:solidFill>
                  <a:prstClr val="white"/>
                </a:solidFill>
              </a:rPr>
              <a:pPr/>
              <a:t>60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prstClr val="white"/>
                </a:solidFill>
              </a:rPr>
              <a:t>Fundamentos de la programación: Tipos e instrucciones I (Anexo)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6732240" y="1700808"/>
            <a:ext cx="1944216" cy="3384376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6751620" y="1851640"/>
          <a:ext cx="1764000" cy="301752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418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71" name="70 Conector recto"/>
          <p:cNvCxnSpPr/>
          <p:nvPr/>
        </p:nvCxnSpPr>
        <p:spPr>
          <a:xfrm rot="5400000" flipH="1" flipV="1">
            <a:off x="1158201" y="3897439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"/>
          <p:cNvCxnSpPr/>
          <p:nvPr/>
        </p:nvCxnSpPr>
        <p:spPr>
          <a:xfrm>
            <a:off x="1291552" y="3764088"/>
            <a:ext cx="256112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>
            <a:off x="1876279" y="3764088"/>
            <a:ext cx="247449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"/>
          <p:cNvCxnSpPr/>
          <p:nvPr/>
        </p:nvCxnSpPr>
        <p:spPr>
          <a:xfrm rot="5400000" flipH="1" flipV="1">
            <a:off x="1980851" y="3897439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arrow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>
            <a:off x="1291552" y="4316542"/>
            <a:ext cx="256112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"/>
          <p:cNvCxnSpPr/>
          <p:nvPr/>
        </p:nvCxnSpPr>
        <p:spPr>
          <a:xfrm>
            <a:off x="1876279" y="4316542"/>
            <a:ext cx="247449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"/>
          <p:cNvCxnSpPr/>
          <p:nvPr/>
        </p:nvCxnSpPr>
        <p:spPr>
          <a:xfrm rot="5400000" flipH="1" flipV="1">
            <a:off x="1158201" y="4183191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77 Conector recto"/>
          <p:cNvCxnSpPr/>
          <p:nvPr/>
        </p:nvCxnSpPr>
        <p:spPr>
          <a:xfrm rot="5400000" flipH="1" flipV="1">
            <a:off x="1980399" y="4183645"/>
            <a:ext cx="28665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"/>
          <p:cNvCxnSpPr/>
          <p:nvPr/>
        </p:nvCxnSpPr>
        <p:spPr>
          <a:xfrm rot="5400000" flipH="1" flipV="1">
            <a:off x="3479301" y="4264154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79 Conector recto"/>
          <p:cNvCxnSpPr/>
          <p:nvPr/>
        </p:nvCxnSpPr>
        <p:spPr>
          <a:xfrm>
            <a:off x="2555776" y="4468943"/>
            <a:ext cx="1152128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 de flecha"/>
          <p:cNvCxnSpPr/>
          <p:nvPr/>
        </p:nvCxnSpPr>
        <p:spPr>
          <a:xfrm>
            <a:off x="5292080" y="4050502"/>
            <a:ext cx="43204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139 Conector recto"/>
          <p:cNvCxnSpPr/>
          <p:nvPr/>
        </p:nvCxnSpPr>
        <p:spPr>
          <a:xfrm rot="5400000" flipH="1" flipV="1">
            <a:off x="5279501" y="4285454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140 Conector recto"/>
          <p:cNvCxnSpPr/>
          <p:nvPr/>
        </p:nvCxnSpPr>
        <p:spPr>
          <a:xfrm>
            <a:off x="4427984" y="4490243"/>
            <a:ext cx="1080120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141 Conector recto"/>
          <p:cNvCxnSpPr/>
          <p:nvPr/>
        </p:nvCxnSpPr>
        <p:spPr>
          <a:xfrm rot="5400000" flipH="1" flipV="1">
            <a:off x="1158201" y="5485807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142 Conector recto"/>
          <p:cNvCxnSpPr/>
          <p:nvPr/>
        </p:nvCxnSpPr>
        <p:spPr>
          <a:xfrm>
            <a:off x="1291552" y="5352456"/>
            <a:ext cx="256112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143 Conector recto"/>
          <p:cNvCxnSpPr/>
          <p:nvPr/>
        </p:nvCxnSpPr>
        <p:spPr>
          <a:xfrm>
            <a:off x="1876279" y="5352456"/>
            <a:ext cx="218379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144 Conector recto"/>
          <p:cNvCxnSpPr/>
          <p:nvPr/>
        </p:nvCxnSpPr>
        <p:spPr>
          <a:xfrm rot="5400000" flipH="1" flipV="1">
            <a:off x="1951782" y="5485807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arrow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145 Conector recto"/>
          <p:cNvCxnSpPr/>
          <p:nvPr/>
        </p:nvCxnSpPr>
        <p:spPr>
          <a:xfrm>
            <a:off x="1291552" y="5904910"/>
            <a:ext cx="256112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146 Conector recto"/>
          <p:cNvCxnSpPr/>
          <p:nvPr/>
        </p:nvCxnSpPr>
        <p:spPr>
          <a:xfrm>
            <a:off x="1876279" y="5904910"/>
            <a:ext cx="218379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147 Conector recto"/>
          <p:cNvCxnSpPr/>
          <p:nvPr/>
        </p:nvCxnSpPr>
        <p:spPr>
          <a:xfrm rot="5400000" flipH="1" flipV="1">
            <a:off x="1158201" y="5771559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148 Conector recto"/>
          <p:cNvCxnSpPr/>
          <p:nvPr/>
        </p:nvCxnSpPr>
        <p:spPr>
          <a:xfrm>
            <a:off x="3851920" y="6069086"/>
            <a:ext cx="1080120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149 Conector recto de flecha"/>
          <p:cNvCxnSpPr/>
          <p:nvPr/>
        </p:nvCxnSpPr>
        <p:spPr>
          <a:xfrm>
            <a:off x="7850460" y="5638870"/>
            <a:ext cx="43204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150 Conector recto"/>
          <p:cNvCxnSpPr/>
          <p:nvPr/>
        </p:nvCxnSpPr>
        <p:spPr>
          <a:xfrm rot="5400000" flipH="1" flipV="1">
            <a:off x="7847406" y="5854772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151 Conector recto"/>
          <p:cNvCxnSpPr/>
          <p:nvPr/>
        </p:nvCxnSpPr>
        <p:spPr>
          <a:xfrm>
            <a:off x="6914356" y="6069086"/>
            <a:ext cx="1152128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152 Conector recto"/>
          <p:cNvCxnSpPr/>
          <p:nvPr/>
        </p:nvCxnSpPr>
        <p:spPr>
          <a:xfrm rot="5400000" flipH="1" flipV="1">
            <a:off x="5797276" y="5485807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153 Conector recto"/>
          <p:cNvCxnSpPr/>
          <p:nvPr/>
        </p:nvCxnSpPr>
        <p:spPr>
          <a:xfrm>
            <a:off x="5940152" y="5352456"/>
            <a:ext cx="213541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154 Conector recto"/>
          <p:cNvCxnSpPr/>
          <p:nvPr/>
        </p:nvCxnSpPr>
        <p:spPr>
          <a:xfrm>
            <a:off x="6482308" y="5352456"/>
            <a:ext cx="216024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155 Conector recto"/>
          <p:cNvCxnSpPr/>
          <p:nvPr/>
        </p:nvCxnSpPr>
        <p:spPr>
          <a:xfrm rot="5400000" flipH="1" flipV="1">
            <a:off x="6555456" y="5485807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arrow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156 Conector recto"/>
          <p:cNvCxnSpPr/>
          <p:nvPr/>
        </p:nvCxnSpPr>
        <p:spPr>
          <a:xfrm>
            <a:off x="5940152" y="5904910"/>
            <a:ext cx="213541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157 Conector recto"/>
          <p:cNvCxnSpPr/>
          <p:nvPr/>
        </p:nvCxnSpPr>
        <p:spPr>
          <a:xfrm>
            <a:off x="6482308" y="5904910"/>
            <a:ext cx="216024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158 Conector recto"/>
          <p:cNvCxnSpPr/>
          <p:nvPr/>
        </p:nvCxnSpPr>
        <p:spPr>
          <a:xfrm rot="5400000" flipH="1" flipV="1">
            <a:off x="5797276" y="5771559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159 Conector recto de flecha"/>
          <p:cNvCxnSpPr/>
          <p:nvPr/>
        </p:nvCxnSpPr>
        <p:spPr>
          <a:xfrm>
            <a:off x="4067944" y="4052605"/>
            <a:ext cx="576064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160 Conector recto de flecha"/>
          <p:cNvCxnSpPr/>
          <p:nvPr/>
        </p:nvCxnSpPr>
        <p:spPr>
          <a:xfrm>
            <a:off x="3491880" y="4053016"/>
            <a:ext cx="43204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161 Conector recto de flecha"/>
          <p:cNvCxnSpPr/>
          <p:nvPr/>
        </p:nvCxnSpPr>
        <p:spPr>
          <a:xfrm>
            <a:off x="1115616" y="4039242"/>
            <a:ext cx="1728192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162 Conector recto"/>
          <p:cNvCxnSpPr/>
          <p:nvPr/>
        </p:nvCxnSpPr>
        <p:spPr>
          <a:xfrm rot="5400000" flipH="1" flipV="1">
            <a:off x="4207096" y="4278880"/>
            <a:ext cx="441776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163 Conector recto"/>
          <p:cNvCxnSpPr/>
          <p:nvPr/>
        </p:nvCxnSpPr>
        <p:spPr>
          <a:xfrm rot="5400000" flipH="1" flipV="1">
            <a:off x="2350987" y="4264154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164 Conector recto de flecha"/>
          <p:cNvCxnSpPr/>
          <p:nvPr/>
        </p:nvCxnSpPr>
        <p:spPr>
          <a:xfrm>
            <a:off x="5620567" y="5627610"/>
            <a:ext cx="1559379" cy="11775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165 Conector recto"/>
          <p:cNvCxnSpPr/>
          <p:nvPr/>
        </p:nvCxnSpPr>
        <p:spPr>
          <a:xfrm rot="5400000" flipH="1" flipV="1">
            <a:off x="4703437" y="5854772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166 Conector recto de flecha"/>
          <p:cNvCxnSpPr/>
          <p:nvPr/>
        </p:nvCxnSpPr>
        <p:spPr>
          <a:xfrm>
            <a:off x="4716016" y="5638870"/>
            <a:ext cx="43204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167 Conector recto de flecha"/>
          <p:cNvCxnSpPr/>
          <p:nvPr/>
        </p:nvCxnSpPr>
        <p:spPr>
          <a:xfrm>
            <a:off x="3491880" y="5640973"/>
            <a:ext cx="576064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168 Conector recto de flecha"/>
          <p:cNvCxnSpPr/>
          <p:nvPr/>
        </p:nvCxnSpPr>
        <p:spPr>
          <a:xfrm>
            <a:off x="3059832" y="5641384"/>
            <a:ext cx="288032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169 Conector recto de flecha"/>
          <p:cNvCxnSpPr/>
          <p:nvPr/>
        </p:nvCxnSpPr>
        <p:spPr>
          <a:xfrm>
            <a:off x="1115616" y="5627610"/>
            <a:ext cx="1296144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170 Conector recto"/>
          <p:cNvCxnSpPr/>
          <p:nvPr/>
        </p:nvCxnSpPr>
        <p:spPr>
          <a:xfrm rot="5400000" flipH="1" flipV="1">
            <a:off x="3647131" y="5854772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171 Conector recto"/>
          <p:cNvCxnSpPr/>
          <p:nvPr/>
        </p:nvCxnSpPr>
        <p:spPr>
          <a:xfrm rot="5400000" flipH="1" flipV="1">
            <a:off x="1951782" y="5771559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172 Conector recto"/>
          <p:cNvCxnSpPr/>
          <p:nvPr/>
        </p:nvCxnSpPr>
        <p:spPr>
          <a:xfrm rot="5400000" flipH="1" flipV="1">
            <a:off x="6555456" y="5771559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173 Conector recto"/>
          <p:cNvCxnSpPr/>
          <p:nvPr/>
        </p:nvCxnSpPr>
        <p:spPr>
          <a:xfrm rot="5400000" flipH="1" flipV="1">
            <a:off x="6709567" y="5854772"/>
            <a:ext cx="428628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174 Elipse"/>
          <p:cNvSpPr/>
          <p:nvPr/>
        </p:nvSpPr>
        <p:spPr>
          <a:xfrm>
            <a:off x="2843808" y="3866381"/>
            <a:ext cx="72008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</a:t>
            </a:r>
          </a:p>
        </p:txBody>
      </p:sp>
      <p:sp>
        <p:nvSpPr>
          <p:cNvPr id="176" name="175 Elipse"/>
          <p:cNvSpPr/>
          <p:nvPr/>
        </p:nvSpPr>
        <p:spPr>
          <a:xfrm>
            <a:off x="6150843" y="5157192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+</a:t>
            </a:r>
          </a:p>
        </p:txBody>
      </p:sp>
      <p:sp>
        <p:nvSpPr>
          <p:cNvPr id="177" name="176 Elipse"/>
          <p:cNvSpPr/>
          <p:nvPr/>
        </p:nvSpPr>
        <p:spPr>
          <a:xfrm>
            <a:off x="6165701" y="5733256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-</a:t>
            </a:r>
          </a:p>
        </p:txBody>
      </p:sp>
      <p:sp>
        <p:nvSpPr>
          <p:cNvPr id="178" name="177 Elipse"/>
          <p:cNvSpPr/>
          <p:nvPr/>
        </p:nvSpPr>
        <p:spPr>
          <a:xfrm>
            <a:off x="1576239" y="4149080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-</a:t>
            </a:r>
          </a:p>
        </p:txBody>
      </p:sp>
      <p:sp>
        <p:nvSpPr>
          <p:cNvPr id="179" name="178 Elipse"/>
          <p:cNvSpPr/>
          <p:nvPr/>
        </p:nvSpPr>
        <p:spPr>
          <a:xfrm>
            <a:off x="1561381" y="5157192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+</a:t>
            </a:r>
          </a:p>
        </p:txBody>
      </p:sp>
      <p:sp>
        <p:nvSpPr>
          <p:cNvPr id="180" name="179 Elipse"/>
          <p:cNvSpPr/>
          <p:nvPr/>
        </p:nvSpPr>
        <p:spPr>
          <a:xfrm>
            <a:off x="1576239" y="5733256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-</a:t>
            </a:r>
          </a:p>
        </p:txBody>
      </p:sp>
      <p:sp>
        <p:nvSpPr>
          <p:cNvPr id="181" name="180 Elipse"/>
          <p:cNvSpPr/>
          <p:nvPr/>
        </p:nvSpPr>
        <p:spPr>
          <a:xfrm>
            <a:off x="3347864" y="5473799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.</a:t>
            </a:r>
          </a:p>
        </p:txBody>
      </p:sp>
      <p:sp>
        <p:nvSpPr>
          <p:cNvPr id="182" name="181 Elipse"/>
          <p:cNvSpPr/>
          <p:nvPr/>
        </p:nvSpPr>
        <p:spPr>
          <a:xfrm>
            <a:off x="3923928" y="3880098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.</a:t>
            </a:r>
          </a:p>
        </p:txBody>
      </p:sp>
      <p:sp>
        <p:nvSpPr>
          <p:cNvPr id="183" name="182 Elipse"/>
          <p:cNvSpPr/>
          <p:nvPr/>
        </p:nvSpPr>
        <p:spPr>
          <a:xfrm>
            <a:off x="5157589" y="5454749"/>
            <a:ext cx="648072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e,E</a:t>
            </a:r>
            <a:endParaRPr lang="es-E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184" name="183 Elipse"/>
          <p:cNvSpPr/>
          <p:nvPr/>
        </p:nvSpPr>
        <p:spPr>
          <a:xfrm>
            <a:off x="4644008" y="3866381"/>
            <a:ext cx="72008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</a:t>
            </a:r>
          </a:p>
        </p:txBody>
      </p:sp>
      <p:sp>
        <p:nvSpPr>
          <p:cNvPr id="185" name="184 Elipse"/>
          <p:cNvSpPr/>
          <p:nvPr/>
        </p:nvSpPr>
        <p:spPr>
          <a:xfrm>
            <a:off x="2411760" y="5454749"/>
            <a:ext cx="72008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</a:t>
            </a:r>
          </a:p>
        </p:txBody>
      </p:sp>
      <p:sp>
        <p:nvSpPr>
          <p:cNvPr id="186" name="185 Elipse"/>
          <p:cNvSpPr/>
          <p:nvPr/>
        </p:nvSpPr>
        <p:spPr>
          <a:xfrm>
            <a:off x="4067944" y="5454749"/>
            <a:ext cx="72008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</a:t>
            </a:r>
          </a:p>
        </p:txBody>
      </p:sp>
      <p:sp>
        <p:nvSpPr>
          <p:cNvPr id="187" name="186 Elipse"/>
          <p:cNvSpPr/>
          <p:nvPr/>
        </p:nvSpPr>
        <p:spPr>
          <a:xfrm>
            <a:off x="7202388" y="5454749"/>
            <a:ext cx="72008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0..9</a:t>
            </a:r>
          </a:p>
        </p:txBody>
      </p:sp>
      <p:sp>
        <p:nvSpPr>
          <p:cNvPr id="188" name="187 Elipse"/>
          <p:cNvSpPr/>
          <p:nvPr/>
        </p:nvSpPr>
        <p:spPr>
          <a:xfrm>
            <a:off x="1561381" y="3573016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+</a:t>
            </a:r>
          </a:p>
        </p:txBody>
      </p:sp>
      <p:sp>
        <p:nvSpPr>
          <p:cNvPr id="69" name="68 Rectángulo"/>
          <p:cNvSpPr/>
          <p:nvPr/>
        </p:nvSpPr>
        <p:spPr>
          <a:xfrm>
            <a:off x="4427984" y="332656"/>
            <a:ext cx="42446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Números reales (con decimales)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3469356"/>
      </p:ext>
    </p:extLst>
  </p:cSld>
  <p:clrMapOvr>
    <a:masterClrMapping/>
  </p:clrMapOvr>
  <p:transition spd="med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bool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marL="712788" lvl="1" indent="-35083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Sólo dos valores posibles:</a:t>
            </a:r>
          </a:p>
          <a:p>
            <a:pPr marL="809625" lvl="2" indent="-361950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cs typeface="Courier New" pitchFamily="49" charset="0"/>
              </a:rPr>
              <a:t>Verdadero (</a:t>
            </a:r>
            <a:r>
              <a:rPr lang="es-ES" sz="2200" i="1" dirty="0">
                <a:cs typeface="Courier New" pitchFamily="49" charset="0"/>
              </a:rPr>
              <a:t>true</a:t>
            </a:r>
            <a:r>
              <a:rPr lang="es-ES" sz="2200" dirty="0">
                <a:cs typeface="Courier New" pitchFamily="49" charset="0"/>
              </a:rPr>
              <a:t>)</a:t>
            </a:r>
          </a:p>
          <a:p>
            <a:pPr marL="809625" lvl="2" indent="-361950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cs typeface="Courier New" pitchFamily="49" charset="0"/>
              </a:rPr>
              <a:t>Falso (</a:t>
            </a:r>
            <a:r>
              <a:rPr lang="es-ES" sz="2200" i="1" dirty="0">
                <a:cs typeface="Courier New" pitchFamily="49" charset="0"/>
              </a:rPr>
              <a:t>false</a:t>
            </a:r>
            <a:r>
              <a:rPr lang="es-ES" sz="2200" dirty="0">
                <a:cs typeface="Courier New" pitchFamily="49" charset="0"/>
              </a:rPr>
              <a:t>)</a:t>
            </a:r>
            <a:endParaRPr lang="es-ES" sz="2200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Bytes de memoria: </a:t>
            </a:r>
            <a:r>
              <a:rPr lang="es-ES" dirty="0">
                <a:solidFill>
                  <a:srgbClr val="FFC000"/>
                </a:solidFill>
              </a:rPr>
              <a:t>1</a:t>
            </a: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Literales: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true</a:t>
            </a:r>
            <a:r>
              <a:rPr lang="es-ES" dirty="0"/>
              <a:t>,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false</a:t>
            </a:r>
          </a:p>
          <a:p>
            <a:pPr marL="352425" indent="1588">
              <a:spcBef>
                <a:spcPts val="0"/>
              </a:spcBef>
              <a:spcAft>
                <a:spcPts val="600"/>
              </a:spcAft>
            </a:pPr>
            <a:r>
              <a:rPr lang="es-ES" sz="2200" i="0" dirty="0"/>
              <a:t>En realidad, cualquier número </a:t>
            </a:r>
            <a:br>
              <a:rPr lang="es-ES" sz="2200" i="0" dirty="0"/>
            </a:br>
            <a:r>
              <a:rPr lang="es-ES" sz="2200" i="0" dirty="0"/>
              <a:t>distinto de 0 es equivalente a </a:t>
            </a:r>
            <a:r>
              <a:rPr lang="es-ES" sz="2200" i="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true</a:t>
            </a:r>
            <a:r>
              <a:rPr lang="es-ES" sz="2200" i="0" dirty="0"/>
              <a:t> </a:t>
            </a:r>
            <a:br>
              <a:rPr lang="es-ES" sz="2200" i="0" dirty="0"/>
            </a:br>
            <a:r>
              <a:rPr lang="es-ES" sz="2200" i="0" dirty="0"/>
              <a:t>y el número 0 es equivalente a </a:t>
            </a:r>
            <a:r>
              <a:rPr lang="es-ES" sz="2200" i="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false</a:t>
            </a:r>
            <a:endParaRPr lang="es-ES" sz="2200" i="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>
                <a:solidFill>
                  <a:prstClr val="white"/>
                </a:solidFill>
              </a:rPr>
              <a:t>Página</a:t>
            </a:r>
            <a:r>
              <a:rPr lang="en-US">
                <a:solidFill>
                  <a:prstClr val="white"/>
                </a:solidFill>
              </a:rPr>
              <a:t> </a:t>
            </a:r>
            <a:fld id="{042AED99-7FB4-404E-8A97-64753DCE42EC}" type="slidenum">
              <a:rPr lang="en-US" smtClean="0">
                <a:solidFill>
                  <a:prstClr val="white"/>
                </a:solidFill>
              </a:rPr>
              <a:pPr/>
              <a:t>61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prstClr val="white"/>
                </a:solidFill>
              </a:rPr>
              <a:t>Fundamentos de la programación: Tipos e instrucciones I (Anexo)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6732240" y="1700808"/>
            <a:ext cx="1944216" cy="3384376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6751620" y="1851640"/>
          <a:ext cx="1764000" cy="301752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418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8 Rectángulo"/>
          <p:cNvSpPr/>
          <p:nvPr/>
        </p:nvSpPr>
        <p:spPr>
          <a:xfrm>
            <a:off x="6588224" y="332656"/>
            <a:ext cx="20697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Valores lógicos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252769"/>
      </p:ext>
    </p:extLst>
  </p:cSld>
  <p:clrMapOvr>
    <a:masterClrMapping/>
  </p:clrMapOvr>
  <p:transition spd="med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char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marL="712788" lvl="1" indent="-35083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Intervalo de valores: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Juego de caracteres (ASCII)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Bytes de memoria: </a:t>
            </a:r>
            <a:r>
              <a:rPr lang="es-ES" dirty="0">
                <a:solidFill>
                  <a:srgbClr val="FFC000"/>
                </a:solidFill>
              </a:rPr>
              <a:t>1</a:t>
            </a: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Literales:</a:t>
            </a:r>
          </a:p>
          <a:p>
            <a:pPr marL="895350" lvl="2" indent="-26670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'a'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'%'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'\t'</a:t>
            </a:r>
          </a:p>
          <a:p>
            <a:pPr marL="628650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Constantes de barra invertida:</a:t>
            </a:r>
            <a:br>
              <a:rPr lang="es-ES" sz="2200" dirty="0"/>
            </a:br>
            <a:r>
              <a:rPr lang="es-ES" sz="2200" dirty="0"/>
              <a:t>(O </a:t>
            </a:r>
            <a:r>
              <a:rPr lang="es-ES" sz="2200" i="1" dirty="0"/>
              <a:t>secuencias de escape</a:t>
            </a:r>
            <a:r>
              <a:rPr lang="es-ES" sz="2200" dirty="0"/>
              <a:t>)</a:t>
            </a:r>
            <a:br>
              <a:rPr lang="es-ES" sz="2200" i="1" dirty="0"/>
            </a:br>
            <a:r>
              <a:rPr lang="es-ES" sz="2200" dirty="0"/>
              <a:t>Para caracteres de control</a:t>
            </a:r>
          </a:p>
          <a:p>
            <a:pPr marL="628650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'\t'</a:t>
            </a:r>
            <a:r>
              <a:rPr lang="es-ES" sz="2200" dirty="0"/>
              <a:t> = tabulador, </a:t>
            </a: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'\n'</a:t>
            </a:r>
            <a:r>
              <a:rPr lang="es-ES" sz="2200" dirty="0"/>
              <a:t> = salto de línea, …</a:t>
            </a:r>
          </a:p>
          <a:p>
            <a:pPr marL="628650" lvl="2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200" i="1" dirty="0"/>
          </a:p>
          <a:p>
            <a:pPr marL="628650" lvl="2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200" i="1" dirty="0"/>
          </a:p>
          <a:p>
            <a:pPr marL="628650" lvl="2" indent="0">
              <a:spcBef>
                <a:spcPts val="0"/>
              </a:spcBef>
              <a:spcAft>
                <a:spcPts val="1800"/>
              </a:spcAft>
              <a:buNone/>
            </a:pPr>
            <a:endParaRPr lang="es-ES" sz="2200" i="1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>
                <a:solidFill>
                  <a:prstClr val="white"/>
                </a:solidFill>
              </a:rPr>
              <a:t>Página</a:t>
            </a:r>
            <a:r>
              <a:rPr lang="en-US">
                <a:solidFill>
                  <a:prstClr val="white"/>
                </a:solidFill>
              </a:rPr>
              <a:t> </a:t>
            </a:r>
            <a:fld id="{042AED99-7FB4-404E-8A97-64753DCE42EC}" type="slidenum">
              <a:rPr lang="en-US" smtClean="0">
                <a:solidFill>
                  <a:prstClr val="white"/>
                </a:solidFill>
              </a:rPr>
              <a:pPr/>
              <a:t>62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prstClr val="white"/>
                </a:solidFill>
              </a:rPr>
              <a:t>Fundamentos de la programación: Tipos e instrucciones I (Anexo)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6732240" y="1700808"/>
            <a:ext cx="1944216" cy="3384376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6751620" y="1851640"/>
          <a:ext cx="1764000" cy="301752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418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0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14" name="13 Conector recto de flecha"/>
          <p:cNvCxnSpPr/>
          <p:nvPr/>
        </p:nvCxnSpPr>
        <p:spPr>
          <a:xfrm>
            <a:off x="1187624" y="4926519"/>
            <a:ext cx="369565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rot="5400000" flipH="1" flipV="1">
            <a:off x="1999902" y="4783128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2133253" y="4640252"/>
            <a:ext cx="357190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3851920" y="5210616"/>
            <a:ext cx="1728192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rot="5400000" flipH="1" flipV="1">
            <a:off x="5427711" y="4777428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arrow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 de flecha"/>
          <p:cNvCxnSpPr/>
          <p:nvPr/>
        </p:nvCxnSpPr>
        <p:spPr>
          <a:xfrm>
            <a:off x="2781325" y="4634552"/>
            <a:ext cx="288032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 rot="5400000" flipH="1" flipV="1">
            <a:off x="1999902" y="5065460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2133253" y="5210616"/>
            <a:ext cx="998587" cy="0"/>
          </a:xfrm>
          <a:prstGeom prst="line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 de flecha"/>
          <p:cNvCxnSpPr/>
          <p:nvPr/>
        </p:nvCxnSpPr>
        <p:spPr>
          <a:xfrm>
            <a:off x="1773213" y="4924931"/>
            <a:ext cx="360040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 de flecha"/>
          <p:cNvCxnSpPr/>
          <p:nvPr/>
        </p:nvCxnSpPr>
        <p:spPr>
          <a:xfrm>
            <a:off x="5220072" y="4634552"/>
            <a:ext cx="360040" cy="1588"/>
          </a:xfrm>
          <a:prstGeom prst="straightConnector1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 rot="5400000" flipH="1" flipV="1">
            <a:off x="5427711" y="5065460"/>
            <a:ext cx="285752" cy="0"/>
          </a:xfrm>
          <a:prstGeom prst="line">
            <a:avLst/>
          </a:prstGeom>
          <a:ln w="28575">
            <a:solidFill>
              <a:srgbClr val="FFC000"/>
            </a:solidFill>
            <a:headEnd type="none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 de flecha"/>
          <p:cNvCxnSpPr/>
          <p:nvPr/>
        </p:nvCxnSpPr>
        <p:spPr>
          <a:xfrm>
            <a:off x="5573437" y="4926519"/>
            <a:ext cx="288032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 de flecha"/>
          <p:cNvCxnSpPr/>
          <p:nvPr/>
        </p:nvCxnSpPr>
        <p:spPr>
          <a:xfrm>
            <a:off x="6077493" y="4924931"/>
            <a:ext cx="43204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CuadroTexto"/>
          <p:cNvSpPr txBox="1"/>
          <p:nvPr/>
        </p:nvSpPr>
        <p:spPr>
          <a:xfrm>
            <a:off x="3159491" y="5037792"/>
            <a:ext cx="98046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s-ES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Carácter</a:t>
            </a:r>
          </a:p>
        </p:txBody>
      </p:sp>
      <p:sp>
        <p:nvSpPr>
          <p:cNvPr id="26" name="25 Elipse"/>
          <p:cNvSpPr/>
          <p:nvPr/>
        </p:nvSpPr>
        <p:spPr>
          <a:xfrm>
            <a:off x="3088407" y="4465687"/>
            <a:ext cx="21602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n, t, v, b, r, f, a, \</a:t>
            </a:r>
          </a:p>
        </p:txBody>
      </p:sp>
      <p:sp>
        <p:nvSpPr>
          <p:cNvPr id="27" name="26 Elipse"/>
          <p:cNvSpPr/>
          <p:nvPr/>
        </p:nvSpPr>
        <p:spPr>
          <a:xfrm>
            <a:off x="1566714" y="4744194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'</a:t>
            </a:r>
          </a:p>
        </p:txBody>
      </p:sp>
      <p:sp>
        <p:nvSpPr>
          <p:cNvPr id="28" name="27 Elipse"/>
          <p:cNvSpPr/>
          <p:nvPr/>
        </p:nvSpPr>
        <p:spPr>
          <a:xfrm>
            <a:off x="5880519" y="4753719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'</a:t>
            </a:r>
          </a:p>
        </p:txBody>
      </p:sp>
      <p:sp>
        <p:nvSpPr>
          <p:cNvPr id="30" name="29 Elipse"/>
          <p:cNvSpPr/>
          <p:nvPr/>
        </p:nvSpPr>
        <p:spPr>
          <a:xfrm>
            <a:off x="2502818" y="4456162"/>
            <a:ext cx="360040" cy="36004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\</a:t>
            </a:r>
          </a:p>
        </p:txBody>
      </p:sp>
      <p:sp>
        <p:nvSpPr>
          <p:cNvPr id="29" name="28 Rectángulo"/>
          <p:cNvSpPr/>
          <p:nvPr/>
        </p:nvSpPr>
        <p:spPr>
          <a:xfrm>
            <a:off x="7092280" y="332656"/>
            <a:ext cx="15488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Caracteres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7731751"/>
      </p:ext>
    </p:extLst>
  </p:cSld>
  <p:clrMapOvr>
    <a:masterClrMapping/>
  </p:clrMapOvr>
  <p:transition spd="med"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char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Autofit/>
          </a:bodyPr>
          <a:lstStyle/>
          <a:p>
            <a:pPr marL="712788" lvl="1" indent="-35083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Juego de caracteres ASCII:</a:t>
            </a:r>
          </a:p>
          <a:p>
            <a:pPr marL="979488" lvl="2" indent="-35083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b="1" i="1" dirty="0"/>
              <a:t>A</a:t>
            </a:r>
            <a:r>
              <a:rPr lang="es-ES" sz="2200" i="1" dirty="0"/>
              <a:t>merican </a:t>
            </a:r>
            <a:r>
              <a:rPr lang="es-ES" sz="2200" b="1" i="1" dirty="0"/>
              <a:t>S</a:t>
            </a:r>
            <a:r>
              <a:rPr lang="es-ES" sz="2200" i="1" dirty="0"/>
              <a:t>tandard </a:t>
            </a:r>
            <a:r>
              <a:rPr lang="es-ES" sz="2200" b="1" i="1" dirty="0" err="1"/>
              <a:t>C</a:t>
            </a:r>
            <a:r>
              <a:rPr lang="es-ES" sz="2200" i="1" dirty="0" err="1"/>
              <a:t>ode</a:t>
            </a:r>
            <a:r>
              <a:rPr lang="es-ES" sz="2200" i="1" dirty="0"/>
              <a:t> for </a:t>
            </a:r>
            <a:r>
              <a:rPr lang="es-ES" sz="2200" b="1" i="1" dirty="0" err="1"/>
              <a:t>I</a:t>
            </a:r>
            <a:r>
              <a:rPr lang="es-ES" sz="2200" i="1" dirty="0" err="1"/>
              <a:t>nformation</a:t>
            </a:r>
            <a:r>
              <a:rPr lang="es-ES" sz="2200" i="1" dirty="0"/>
              <a:t> </a:t>
            </a:r>
            <a:r>
              <a:rPr lang="es-ES" sz="2200" b="1" i="1" dirty="0" err="1"/>
              <a:t>I</a:t>
            </a:r>
            <a:r>
              <a:rPr lang="es-ES" sz="2200" i="1" dirty="0" err="1"/>
              <a:t>nterchange</a:t>
            </a:r>
            <a:r>
              <a:rPr lang="es-ES" sz="2200" dirty="0"/>
              <a:t> (1963)</a:t>
            </a:r>
          </a:p>
          <a:p>
            <a:pPr marL="979488" lvl="2" indent="-35083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Caracteres con códigos entre 0 y 127 (7 bits)</a:t>
            </a:r>
          </a:p>
          <a:p>
            <a:pPr marL="979488" lvl="2" indent="-350838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Caracteres de control:</a:t>
            </a:r>
            <a:br>
              <a:rPr lang="es-ES" sz="2200" dirty="0"/>
            </a:br>
            <a:r>
              <a:rPr lang="es-ES" sz="2200" dirty="0"/>
              <a:t>Códigos del 0 al 31 y 127</a:t>
            </a:r>
            <a:br>
              <a:rPr lang="es-ES" sz="2200" dirty="0"/>
            </a:br>
            <a:r>
              <a:rPr lang="es-ES" sz="2200" dirty="0"/>
              <a:t>Tabulación, salto de línea,...</a:t>
            </a:r>
          </a:p>
          <a:p>
            <a:pPr marL="979488" lvl="2" indent="-350838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Caracteres imprimibles:</a:t>
            </a:r>
            <a:br>
              <a:rPr lang="es-ES" sz="2200" dirty="0"/>
            </a:br>
            <a:r>
              <a:rPr lang="es-ES" sz="2200" dirty="0"/>
              <a:t>Códigos del 32 al 126</a:t>
            </a:r>
          </a:p>
          <a:p>
            <a:pPr marL="712788" lvl="1" indent="-35083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Juego de caracteres ASCII extendido (8 bits):</a:t>
            </a:r>
          </a:p>
          <a:p>
            <a:pPr marL="979488" lvl="2" indent="-35083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ISO-8859-1</a:t>
            </a:r>
          </a:p>
          <a:p>
            <a:pPr marL="979488" lvl="2" indent="-35083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+ Códigos entre 128 y 255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>
                <a:solidFill>
                  <a:prstClr val="white"/>
                </a:solidFill>
              </a:rPr>
              <a:t>Página</a:t>
            </a:r>
            <a:r>
              <a:rPr lang="en-US">
                <a:solidFill>
                  <a:prstClr val="white"/>
                </a:solidFill>
              </a:rPr>
              <a:t> </a:t>
            </a:r>
            <a:fld id="{042AED99-7FB4-404E-8A97-64753DCE42EC}" type="slidenum">
              <a:rPr lang="en-US" smtClean="0">
                <a:solidFill>
                  <a:prstClr val="white"/>
                </a:solidFill>
              </a:rPr>
              <a:pPr/>
              <a:t>63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>
                <a:solidFill>
                  <a:prstClr val="white"/>
                </a:solidFill>
              </a:rPr>
              <a:t>Fundamentos de la programación: Tipos e instrucciones I (Anexo)</a:t>
            </a:r>
          </a:p>
        </p:txBody>
      </p:sp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216" y="2418581"/>
            <a:ext cx="2066925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5445224"/>
            <a:ext cx="3819525" cy="800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7 Rectángulo"/>
          <p:cNvSpPr/>
          <p:nvPr/>
        </p:nvSpPr>
        <p:spPr>
          <a:xfrm>
            <a:off x="5220072" y="4653136"/>
            <a:ext cx="35283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 algn="ctr">
              <a:spcBef>
                <a:spcPts val="60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Multitud de codificaciones:</a:t>
            </a:r>
            <a:b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EBCDIC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UNICODE,  UTF-8, ...</a:t>
            </a:r>
          </a:p>
        </p:txBody>
      </p:sp>
    </p:spTree>
    <p:extLst>
      <p:ext uri="{BB962C8B-B14F-4D97-AF65-F5344CB8AC3E}">
        <p14:creationId xmlns:p14="http://schemas.microsoft.com/office/powerpoint/2010/main" val="1305785421"/>
      </p:ext>
    </p:extLst>
  </p:cSld>
  <p:clrMapOvr>
    <a:masterClrMapping/>
  </p:clrMapOvr>
  <p:transition spd="med"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urier New" pitchFamily="49" charset="0"/>
              </a:rPr>
              <a:t>string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4476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"Hola"  "Introduce el numerador: "  "X142FG5TX?%A"</a:t>
            </a:r>
          </a:p>
          <a:p>
            <a:pPr marL="447675" lvl="2" indent="0">
              <a:spcBef>
                <a:spcPts val="0"/>
              </a:spcBef>
              <a:spcAft>
                <a:spcPts val="600"/>
              </a:spcAft>
              <a:buNone/>
            </a:pPr>
            <a:endParaRPr lang="es-ES" i="1" dirty="0"/>
          </a:p>
          <a:p>
            <a:pPr marL="447675" lvl="2" indent="0">
              <a:spcBef>
                <a:spcPts val="0"/>
              </a:spcBef>
              <a:spcAft>
                <a:spcPts val="600"/>
              </a:spcAft>
              <a:buNone/>
            </a:pPr>
            <a:endParaRPr lang="es-ES" i="1" dirty="0"/>
          </a:p>
          <a:p>
            <a:pPr marL="447675" lvl="2" indent="0">
              <a:spcBef>
                <a:spcPts val="0"/>
              </a:spcBef>
              <a:spcAft>
                <a:spcPts val="1200"/>
              </a:spcAft>
              <a:buNone/>
            </a:pPr>
            <a:endParaRPr lang="es-ES" i="1" dirty="0"/>
          </a:p>
          <a:p>
            <a:pPr marL="4476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solidFill>
                  <a:prstClr val="white"/>
                </a:solidFill>
              </a:rPr>
              <a:t>Secuencias de caracteres</a:t>
            </a:r>
          </a:p>
          <a:p>
            <a:pPr marL="4476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Se asigna la memoria que se necesita para la secuencia concreta</a:t>
            </a:r>
            <a:endParaRPr lang="es-ES" sz="2200" dirty="0">
              <a:solidFill>
                <a:prstClr val="white"/>
              </a:solidFill>
              <a:latin typeface="Consolas" pitchFamily="49" charset="0"/>
            </a:endParaRPr>
          </a:p>
          <a:p>
            <a:pPr marL="447675" lvl="2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200" dirty="0">
              <a:solidFill>
                <a:prstClr val="white"/>
              </a:solidFill>
            </a:endParaRPr>
          </a:p>
          <a:p>
            <a:pPr marL="447675" lvl="2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200" dirty="0">
              <a:solidFill>
                <a:prstClr val="white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pSp>
        <p:nvGrpSpPr>
          <p:cNvPr id="26" name="25 Grupo"/>
          <p:cNvGrpSpPr/>
          <p:nvPr/>
        </p:nvGrpSpPr>
        <p:grpSpPr>
          <a:xfrm>
            <a:off x="2051720" y="1618233"/>
            <a:ext cx="1118219" cy="469322"/>
            <a:chOff x="2301652" y="2239598"/>
            <a:chExt cx="1118219" cy="469322"/>
          </a:xfrm>
        </p:grpSpPr>
        <p:sp>
          <p:nvSpPr>
            <p:cNvPr id="20" name="19 Elipse"/>
            <p:cNvSpPr/>
            <p:nvPr/>
          </p:nvSpPr>
          <p:spPr>
            <a:xfrm>
              <a:off x="2963440" y="2239598"/>
              <a:ext cx="456431" cy="469322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"</a:t>
              </a:r>
            </a:p>
          </p:txBody>
        </p:sp>
        <p:cxnSp>
          <p:nvCxnSpPr>
            <p:cNvPr id="14" name="13 Conector recto de flecha"/>
            <p:cNvCxnSpPr/>
            <p:nvPr/>
          </p:nvCxnSpPr>
          <p:spPr>
            <a:xfrm>
              <a:off x="2301652" y="2483371"/>
              <a:ext cx="648072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26 Grupo"/>
          <p:cNvGrpSpPr/>
          <p:nvPr/>
        </p:nvGrpSpPr>
        <p:grpSpPr>
          <a:xfrm>
            <a:off x="3131840" y="1618233"/>
            <a:ext cx="4104456" cy="469322"/>
            <a:chOff x="3131840" y="2242964"/>
            <a:chExt cx="4104456" cy="469322"/>
          </a:xfrm>
        </p:grpSpPr>
        <p:cxnSp>
          <p:nvCxnSpPr>
            <p:cNvPr id="43" name="42 Conector recto de flecha"/>
            <p:cNvCxnSpPr/>
            <p:nvPr/>
          </p:nvCxnSpPr>
          <p:spPr>
            <a:xfrm>
              <a:off x="3131840" y="2487563"/>
              <a:ext cx="2808312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51 Conector recto de flecha"/>
            <p:cNvCxnSpPr/>
            <p:nvPr/>
          </p:nvCxnSpPr>
          <p:spPr>
            <a:xfrm>
              <a:off x="6372200" y="2487563"/>
              <a:ext cx="864096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20 Elipse"/>
            <p:cNvSpPr/>
            <p:nvPr/>
          </p:nvSpPr>
          <p:spPr>
            <a:xfrm>
              <a:off x="5949677" y="2242964"/>
              <a:ext cx="470148" cy="469322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"</a:t>
              </a:r>
            </a:p>
          </p:txBody>
        </p:sp>
      </p:grpSp>
      <p:grpSp>
        <p:nvGrpSpPr>
          <p:cNvPr id="22" name="15 Grupo"/>
          <p:cNvGrpSpPr/>
          <p:nvPr/>
        </p:nvGrpSpPr>
        <p:grpSpPr>
          <a:xfrm>
            <a:off x="1097614" y="4797152"/>
            <a:ext cx="6948772" cy="720080"/>
            <a:chOff x="899592" y="5401791"/>
            <a:chExt cx="6806960" cy="720080"/>
          </a:xfrm>
        </p:grpSpPr>
        <p:sp>
          <p:nvSpPr>
            <p:cNvPr id="23" name="22 CuadroTexto"/>
            <p:cNvSpPr txBox="1"/>
            <p:nvPr/>
          </p:nvSpPr>
          <p:spPr>
            <a:xfrm>
              <a:off x="899592" y="5416649"/>
              <a:ext cx="6806960" cy="7052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sz="20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Las comillas tipográficas (apertura/cierre) </a:t>
              </a:r>
              <a:r>
                <a:rPr lang="es-ES" sz="20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varían</a:t>
              </a:r>
              <a:br>
                <a:rPr lang="es-ES" sz="20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20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Asegúrate de utilizar comillas rectas: </a:t>
              </a:r>
              <a:r>
                <a:rPr lang="es-ES" sz="20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"…"</a:t>
              </a:r>
              <a:endParaRPr lang="es-ES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pic>
          <p:nvPicPr>
            <p:cNvPr id="24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8" name="27 Grupo"/>
          <p:cNvGrpSpPr/>
          <p:nvPr/>
        </p:nvGrpSpPr>
        <p:grpSpPr>
          <a:xfrm>
            <a:off x="3635896" y="1862832"/>
            <a:ext cx="1797350" cy="702072"/>
            <a:chOff x="3635896" y="2487563"/>
            <a:chExt cx="1797350" cy="702072"/>
          </a:xfrm>
        </p:grpSpPr>
        <p:grpSp>
          <p:nvGrpSpPr>
            <p:cNvPr id="29" name="28 Grupo"/>
            <p:cNvGrpSpPr/>
            <p:nvPr/>
          </p:nvGrpSpPr>
          <p:grpSpPr>
            <a:xfrm>
              <a:off x="3635896" y="2487563"/>
              <a:ext cx="1797350" cy="475481"/>
              <a:chOff x="3670493" y="2412189"/>
              <a:chExt cx="1797350" cy="475481"/>
            </a:xfrm>
          </p:grpSpPr>
          <p:cxnSp>
            <p:nvCxnSpPr>
              <p:cNvPr id="17" name="16 Conector recto"/>
              <p:cNvCxnSpPr/>
              <p:nvPr/>
            </p:nvCxnSpPr>
            <p:spPr>
              <a:xfrm>
                <a:off x="3670493" y="2887670"/>
                <a:ext cx="1797350" cy="0"/>
              </a:xfrm>
              <a:prstGeom prst="line">
                <a:avLst/>
              </a:prstGeom>
              <a:ln w="28575">
                <a:solidFill>
                  <a:srgbClr val="FFC000"/>
                </a:solidFill>
                <a:tailEnd type="non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38 Conector recto"/>
              <p:cNvCxnSpPr/>
              <p:nvPr/>
            </p:nvCxnSpPr>
            <p:spPr>
              <a:xfrm rot="5400000" flipH="1" flipV="1">
                <a:off x="3442278" y="2649930"/>
                <a:ext cx="475480" cy="0"/>
              </a:xfrm>
              <a:prstGeom prst="line">
                <a:avLst/>
              </a:prstGeom>
              <a:ln w="28575">
                <a:solidFill>
                  <a:srgbClr val="FFC000"/>
                </a:solidFill>
                <a:tailEnd type="arrow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47 Conector recto"/>
              <p:cNvCxnSpPr/>
              <p:nvPr/>
            </p:nvCxnSpPr>
            <p:spPr>
              <a:xfrm rot="5400000" flipH="1" flipV="1">
                <a:off x="5220578" y="2649930"/>
                <a:ext cx="475481" cy="0"/>
              </a:xfrm>
              <a:prstGeom prst="line">
                <a:avLst/>
              </a:prstGeom>
              <a:ln w="28575">
                <a:solidFill>
                  <a:srgbClr val="FFC000"/>
                </a:solidFill>
                <a:headEnd type="none"/>
                <a:tailEnd type="non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12 CuadroTexto"/>
            <p:cNvSpPr txBox="1"/>
            <p:nvPr/>
          </p:nvSpPr>
          <p:spPr>
            <a:xfrm>
              <a:off x="4139709" y="2727970"/>
              <a:ext cx="864339" cy="46166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char</a:t>
              </a:r>
            </a:p>
          </p:txBody>
        </p:sp>
      </p:grpSp>
      <p:sp>
        <p:nvSpPr>
          <p:cNvPr id="25" name="24 Rectángulo"/>
          <p:cNvSpPr/>
          <p:nvPr/>
        </p:nvSpPr>
        <p:spPr>
          <a:xfrm>
            <a:off x="5248647" y="323131"/>
            <a:ext cx="34946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i="1" dirty="0"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cs typeface="Courier New" pitchFamily="49" charset="0"/>
              </a:rPr>
              <a:t>Cadenas de caracteres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644388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174277" y="3044280"/>
            <a:ext cx="4795608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Conversión de tipos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3282653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Conversiones automáticas de tipos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Promoción de tipos</a:t>
            </a:r>
          </a:p>
          <a:p>
            <a:pPr marL="361950" lvl="2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s-ES" sz="2200" dirty="0"/>
              <a:t>Dos operandos de tipos distintos: </a:t>
            </a:r>
            <a:br>
              <a:rPr lang="es-ES" sz="2200" dirty="0"/>
            </a:br>
            <a:r>
              <a:rPr lang="es-ES" sz="2200" dirty="0"/>
              <a:t>El valor del tipo </a:t>
            </a:r>
            <a:r>
              <a:rPr lang="es-ES" sz="2200" i="1" dirty="0"/>
              <a:t>menor</a:t>
            </a:r>
            <a:r>
              <a:rPr lang="es-ES" sz="2200" dirty="0"/>
              <a:t> se promociona al tipo </a:t>
            </a:r>
            <a:r>
              <a:rPr lang="es-ES" sz="2200" i="1" dirty="0"/>
              <a:t>mayor</a:t>
            </a:r>
            <a:endParaRPr lang="es-ES" sz="2200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short </a:t>
            </a:r>
            <a:r>
              <a:rPr lang="es-ES" dirty="0">
                <a:latin typeface="Consolas" pitchFamily="49" charset="0"/>
              </a:rPr>
              <a:t>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j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a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1.5</a:t>
            </a:r>
            <a:r>
              <a:rPr lang="es-ES" dirty="0">
                <a:latin typeface="Consolas" pitchFamily="49" charset="0"/>
              </a:rPr>
              <a:t>, b;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</a:rPr>
              <a:t>b = a + i * j;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8" name="27 Grupo"/>
          <p:cNvGrpSpPr/>
          <p:nvPr/>
        </p:nvGrpSpPr>
        <p:grpSpPr>
          <a:xfrm>
            <a:off x="5652120" y="2586097"/>
            <a:ext cx="2347689" cy="2139047"/>
            <a:chOff x="5983585" y="2770763"/>
            <a:chExt cx="2347689" cy="2139047"/>
          </a:xfrm>
        </p:grpSpPr>
        <p:sp>
          <p:nvSpPr>
            <p:cNvPr id="6" name="5 Rectángulo"/>
            <p:cNvSpPr/>
            <p:nvPr/>
          </p:nvSpPr>
          <p:spPr>
            <a:xfrm>
              <a:off x="6603082" y="2770763"/>
              <a:ext cx="1728192" cy="2139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>
                <a:spcBef>
                  <a:spcPct val="0"/>
                </a:spcBef>
                <a:spcAft>
                  <a:spcPts val="600"/>
                </a:spcAft>
                <a:buFont typeface="Wingdings" pitchFamily="2" charset="2"/>
                <a:buNone/>
              </a:pPr>
              <a:endParaRPr lang="es-ES_tradnl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endParaRPr>
            </a:p>
            <a:p>
              <a:pPr marL="0" lvl="2">
                <a:spcBef>
                  <a:spcPct val="0"/>
                </a:spcBef>
                <a:spcAft>
                  <a:spcPts val="600"/>
                </a:spcAft>
                <a:buFont typeface="Wingdings" pitchFamily="2" charset="2"/>
                <a:buNone/>
              </a:pPr>
              <a:r>
                <a:rPr lang="es-ES_tradnl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double</a:t>
              </a:r>
            </a:p>
            <a:p>
              <a:pPr marL="0" lvl="2">
                <a:spcBef>
                  <a:spcPct val="0"/>
                </a:spcBef>
                <a:spcAft>
                  <a:spcPts val="600"/>
                </a:spcAft>
                <a:buFont typeface="Wingdings" pitchFamily="2" charset="2"/>
                <a:buNone/>
              </a:pPr>
              <a:r>
                <a:rPr lang="es-ES_tradnl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float</a:t>
              </a:r>
            </a:p>
            <a:p>
              <a:pPr marL="0" lvl="2">
                <a:spcBef>
                  <a:spcPct val="0"/>
                </a:spcBef>
                <a:spcAft>
                  <a:spcPts val="600"/>
                </a:spcAft>
                <a:buFont typeface="Wingdings" pitchFamily="2" charset="2"/>
                <a:buNone/>
              </a:pPr>
              <a:r>
                <a:rPr lang="es-ES_tradnl" b="1" dirty="0" err="1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long</a:t>
              </a:r>
              <a:endParaRPr lang="es-ES_tradnl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endParaRPr>
            </a:p>
            <a:p>
              <a:pPr marL="0" lvl="2">
                <a:spcBef>
                  <a:spcPct val="0"/>
                </a:spcBef>
                <a:spcAft>
                  <a:spcPts val="600"/>
                </a:spcAft>
                <a:buFont typeface="Wingdings" pitchFamily="2" charset="2"/>
                <a:buNone/>
              </a:pPr>
              <a:r>
                <a:rPr lang="es-ES_tradnl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int</a:t>
              </a:r>
            </a:p>
            <a:p>
              <a:pPr marL="0" lvl="2">
                <a:spcBef>
                  <a:spcPct val="0"/>
                </a:spcBef>
                <a:spcAft>
                  <a:spcPts val="600"/>
                </a:spcAft>
                <a:buFont typeface="Wingdings" pitchFamily="2" charset="2"/>
                <a:buNone/>
              </a:pPr>
              <a:r>
                <a:rPr lang="es-ES_tradnl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short</a:t>
              </a:r>
            </a:p>
          </p:txBody>
        </p:sp>
        <p:cxnSp>
          <p:nvCxnSpPr>
            <p:cNvPr id="7" name="6 Conector recto de flecha"/>
            <p:cNvCxnSpPr/>
            <p:nvPr/>
          </p:nvCxnSpPr>
          <p:spPr>
            <a:xfrm flipV="1">
              <a:off x="6505676" y="2885313"/>
              <a:ext cx="0" cy="188048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8 CuadroTexto"/>
            <p:cNvSpPr txBox="1"/>
            <p:nvPr/>
          </p:nvSpPr>
          <p:spPr>
            <a:xfrm>
              <a:off x="5983585" y="3168903"/>
              <a:ext cx="553998" cy="1446743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Promoción</a:t>
              </a:r>
            </a:p>
          </p:txBody>
        </p:sp>
      </p:grpSp>
      <p:grpSp>
        <p:nvGrpSpPr>
          <p:cNvPr id="10" name="18 Grupo"/>
          <p:cNvGrpSpPr/>
          <p:nvPr/>
        </p:nvGrpSpPr>
        <p:grpSpPr>
          <a:xfrm>
            <a:off x="2195736" y="4886901"/>
            <a:ext cx="5271494" cy="442749"/>
            <a:chOff x="2095153" y="4826521"/>
            <a:chExt cx="5271494" cy="442749"/>
          </a:xfrm>
        </p:grpSpPr>
        <p:cxnSp>
          <p:nvCxnSpPr>
            <p:cNvPr id="11" name="10 Conector recto de flecha"/>
            <p:cNvCxnSpPr/>
            <p:nvPr/>
          </p:nvCxnSpPr>
          <p:spPr>
            <a:xfrm rot="5400000">
              <a:off x="1995475" y="4934136"/>
              <a:ext cx="216818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>
              <a:off x="2095153" y="5032226"/>
              <a:ext cx="576064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15 CuadroTexto"/>
            <p:cNvSpPr txBox="1"/>
            <p:nvPr/>
          </p:nvSpPr>
          <p:spPr>
            <a:xfrm>
              <a:off x="2699792" y="4869160"/>
              <a:ext cx="4666855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Valor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3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</a:t>
              </a: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short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(2 bytes)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  <a:sym typeface="Wingdings" pitchFamily="2" charset="2"/>
                </a:rPr>
                <a:t>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</a:t>
              </a: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int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(4 bytes)</a:t>
              </a:r>
            </a:p>
          </p:txBody>
        </p:sp>
      </p:grpSp>
      <p:grpSp>
        <p:nvGrpSpPr>
          <p:cNvPr id="13" name="26 Grupo"/>
          <p:cNvGrpSpPr/>
          <p:nvPr/>
        </p:nvGrpSpPr>
        <p:grpSpPr>
          <a:xfrm>
            <a:off x="2536726" y="5661248"/>
            <a:ext cx="5041974" cy="423699"/>
            <a:chOff x="2660104" y="5517232"/>
            <a:chExt cx="5041974" cy="423699"/>
          </a:xfrm>
        </p:grpSpPr>
        <p:cxnSp>
          <p:nvCxnSpPr>
            <p:cNvPr id="21" name="20 Conector recto de flecha"/>
            <p:cNvCxnSpPr/>
            <p:nvPr/>
          </p:nvCxnSpPr>
          <p:spPr>
            <a:xfrm rot="5400000">
              <a:off x="2552489" y="5624847"/>
              <a:ext cx="216818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/>
            <p:nvPr/>
          </p:nvCxnSpPr>
          <p:spPr>
            <a:xfrm>
              <a:off x="2661692" y="5734050"/>
              <a:ext cx="279326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22 CuadroTexto"/>
            <p:cNvSpPr txBox="1"/>
            <p:nvPr/>
          </p:nvSpPr>
          <p:spPr>
            <a:xfrm>
              <a:off x="2979118" y="5540821"/>
              <a:ext cx="4722960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Valor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6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</a:t>
              </a: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int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(4 bytes)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  <a:sym typeface="Wingdings" pitchFamily="2" charset="2"/>
                </a:rPr>
                <a:t>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</a:t>
              </a: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double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(8 bytes)</a:t>
              </a:r>
            </a:p>
          </p:txBody>
        </p:sp>
      </p:grpSp>
      <p:sp>
        <p:nvSpPr>
          <p:cNvPr id="25" name="24 Arco"/>
          <p:cNvSpPr/>
          <p:nvPr/>
        </p:nvSpPr>
        <p:spPr>
          <a:xfrm flipH="1">
            <a:off x="6400775" y="3141080"/>
            <a:ext cx="2016224" cy="1008000"/>
          </a:xfrm>
          <a:prstGeom prst="arc">
            <a:avLst>
              <a:gd name="adj1" fmla="val 4715538"/>
              <a:gd name="adj2" fmla="val 16979329"/>
            </a:avLst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23 Arco"/>
          <p:cNvSpPr/>
          <p:nvPr/>
        </p:nvSpPr>
        <p:spPr>
          <a:xfrm flipH="1">
            <a:off x="6400775" y="4149080"/>
            <a:ext cx="2016224" cy="360040"/>
          </a:xfrm>
          <a:prstGeom prst="arc">
            <a:avLst>
              <a:gd name="adj1" fmla="val 8754614"/>
              <a:gd name="adj2" fmla="val 20067387"/>
            </a:avLst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"/>
          <p:cNvSpPr/>
          <p:nvPr/>
        </p:nvSpPr>
        <p:spPr>
          <a:xfrm>
            <a:off x="827584" y="4475212"/>
            <a:ext cx="236154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 = a + </a:t>
            </a:r>
            <a:r>
              <a:rPr lang="es-E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</a:t>
            </a:r>
            <a: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* </a:t>
            </a:r>
            <a:r>
              <a:rPr lang="es-E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  <a:endParaRPr lang="es-ES" sz="2200" dirty="0"/>
          </a:p>
        </p:txBody>
      </p:sp>
      <p:sp>
        <p:nvSpPr>
          <p:cNvPr id="26" name="25 Rectángulo"/>
          <p:cNvSpPr/>
          <p:nvPr/>
        </p:nvSpPr>
        <p:spPr>
          <a:xfrm>
            <a:off x="827584" y="5228158"/>
            <a:ext cx="205056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 = </a:t>
            </a:r>
            <a:r>
              <a:rPr lang="es-E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1.5</a:t>
            </a:r>
            <a: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+ </a:t>
            </a:r>
            <a:r>
              <a:rPr lang="es-E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6</a:t>
            </a:r>
            <a:r>
              <a:rPr lang="es-ES" sz="2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  <a:endParaRPr lang="es-ES" sz="2200" dirty="0"/>
          </a:p>
        </p:txBody>
      </p:sp>
    </p:spTree>
    <p:extLst>
      <p:ext uri="{BB962C8B-B14F-4D97-AF65-F5344CB8AC3E}">
        <p14:creationId xmlns:p14="http://schemas.microsoft.com/office/powerpoint/2010/main" val="383781949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5" grpId="0" animBg="1"/>
      <p:bldP spid="25" grpId="1" animBg="1"/>
      <p:bldP spid="24" grpId="0" animBg="1"/>
      <p:bldP spid="24" grpId="1" animBg="1"/>
      <p:bldP spid="18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dirty="0"/>
              <a:t>Conversiones seguras y no seguras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Conversión segura: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De un tipo menor a un tipo mayor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short </a:t>
            </a:r>
            <a:r>
              <a:rPr lang="es-ES" dirty="0">
                <a:sym typeface="Wingdings" pitchFamily="2" charset="2"/>
              </a:rPr>
              <a:t>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sym typeface="Wingdings" pitchFamily="2" charset="2"/>
              </a:rPr>
              <a:t>  </a:t>
            </a:r>
            <a:r>
              <a:rPr lang="es-ES" dirty="0" err="1">
                <a:solidFill>
                  <a:srgbClr val="FFC000"/>
                </a:solidFill>
                <a:latin typeface="Consolas" pitchFamily="49" charset="0"/>
              </a:rPr>
              <a:t>long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 </a:t>
            </a:r>
            <a:r>
              <a:rPr lang="es-ES" dirty="0">
                <a:sym typeface="Wingdings" pitchFamily="2" charset="2"/>
              </a:rPr>
              <a:t> ...</a:t>
            </a:r>
            <a:endParaRPr lang="es-ES" dirty="0"/>
          </a:p>
          <a:p>
            <a:pPr lvl="1" indent="1588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/>
              <a:t>Conversión no segura: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De un tipo mayor a un tipo menor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 </a:t>
            </a:r>
            <a:r>
              <a:rPr lang="es-ES" dirty="0">
                <a:latin typeface="Consolas" pitchFamily="49" charset="0"/>
              </a:rPr>
              <a:t>entero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1234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 err="1">
                <a:latin typeface="Consolas" pitchFamily="49" charset="0"/>
              </a:rPr>
              <a:t>caracter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 err="1">
                <a:latin typeface="Consolas" pitchFamily="49" charset="0"/>
              </a:rPr>
              <a:t>caracter</a:t>
            </a:r>
            <a:r>
              <a:rPr lang="es-ES" dirty="0">
                <a:latin typeface="Consolas" pitchFamily="49" charset="0"/>
              </a:rPr>
              <a:t> = entero; </a:t>
            </a:r>
            <a:r>
              <a:rPr lang="es-ES" dirty="0">
                <a:solidFill>
                  <a:srgbClr val="92D050"/>
                </a:solidFill>
                <a:latin typeface="Consolas" pitchFamily="49" charset="0"/>
              </a:rPr>
              <a:t>// Conversión no segura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Menor memoria: Pérdida de información en la conversión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6786578" y="1052736"/>
            <a:ext cx="1861303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spcBef>
                <a:spcPct val="0"/>
              </a:spcBef>
              <a:spcAft>
                <a:spcPts val="600"/>
              </a:spcAft>
              <a:buFont typeface="Wingdings" pitchFamily="2" charset="2"/>
              <a:buNone/>
            </a:pPr>
            <a:endParaRPr lang="es-ES_tradnl" sz="2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</a:endParaRPr>
          </a:p>
          <a:p>
            <a:pPr marL="0" lvl="2">
              <a:spcBef>
                <a:spcPct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s-ES_tradnl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double</a:t>
            </a:r>
          </a:p>
          <a:p>
            <a:pPr marL="0" lvl="2">
              <a:spcBef>
                <a:spcPct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s-ES_tradnl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float</a:t>
            </a:r>
          </a:p>
          <a:p>
            <a:pPr marL="0" lvl="2">
              <a:spcBef>
                <a:spcPct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s-ES_tradnl" sz="20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long</a:t>
            </a:r>
            <a:r>
              <a:rPr lang="es-ES_tradnl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 </a:t>
            </a:r>
          </a:p>
          <a:p>
            <a:pPr marL="0" lvl="2">
              <a:spcBef>
                <a:spcPct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s-ES_tradnl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int</a:t>
            </a:r>
          </a:p>
          <a:p>
            <a:pPr marL="0" lvl="2">
              <a:spcBef>
                <a:spcPct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s-ES_tradnl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short</a:t>
            </a:r>
          </a:p>
        </p:txBody>
      </p:sp>
    </p:spTree>
    <p:extLst>
      <p:ext uri="{BB962C8B-B14F-4D97-AF65-F5344CB8AC3E}">
        <p14:creationId xmlns:p14="http://schemas.microsoft.com/office/powerpoint/2010/main" val="387095384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Moldes (</a:t>
            </a:r>
            <a:r>
              <a:rPr lang="es-ES" i="1" dirty="0" err="1"/>
              <a:t>casts</a:t>
            </a:r>
            <a:r>
              <a:rPr lang="es-ES" dirty="0"/>
              <a:t>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Fuerzan una conversión de tipo: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tipo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(</a:t>
            </a:r>
            <a:r>
              <a:rPr lang="es-ES" i="1" dirty="0">
                <a:latin typeface="Consolas" pitchFamily="49" charset="0"/>
                <a:cs typeface="Consolas" pitchFamily="49" charset="0"/>
              </a:rPr>
              <a:t>expresión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El valor resultante de la </a:t>
            </a:r>
            <a:r>
              <a:rPr lang="es-ES" i="1" dirty="0"/>
              <a:t>expresión</a:t>
            </a:r>
            <a:r>
              <a:rPr lang="es-ES" dirty="0"/>
              <a:t> se trata como un valor del </a:t>
            </a:r>
            <a:r>
              <a:rPr lang="es-ES" i="1" dirty="0"/>
              <a:t>tipo</a:t>
            </a:r>
            <a:endParaRPr lang="es-ES" dirty="0"/>
          </a:p>
          <a:p>
            <a:pPr lvl="1" indent="1588">
              <a:spcBef>
                <a:spcPts val="180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a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000" dirty="0">
                <a:latin typeface="Consolas" pitchFamily="49" charset="0"/>
              </a:rPr>
              <a:t>, b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20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cout &lt;&lt; a / b;        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Muestra 1 (división entera)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cout &lt;&lt;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latin typeface="Consolas" pitchFamily="49" charset="0"/>
              </a:rPr>
              <a:t>(a) / b;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Muestra 1.5 (división real)</a:t>
            </a:r>
          </a:p>
          <a:p>
            <a:pPr lvl="1" indent="1588">
              <a:spcBef>
                <a:spcPts val="120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Tienen la mayor prioridad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</p:spTree>
    <p:extLst>
      <p:ext uri="{BB962C8B-B14F-4D97-AF65-F5344CB8AC3E}">
        <p14:creationId xmlns:p14="http://schemas.microsoft.com/office/powerpoint/2010/main" val="314099692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319159" y="3044280"/>
            <a:ext cx="6505755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Los datos de los programas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05903032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datos de los programas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Variabilidad de los datos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aphicFrame>
        <p:nvGraphicFramePr>
          <p:cNvPr id="7" name="6 Diagrama"/>
          <p:cNvGraphicFramePr/>
          <p:nvPr/>
        </p:nvGraphicFramePr>
        <p:xfrm>
          <a:off x="642910" y="174126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8 Rectángulo"/>
          <p:cNvSpPr/>
          <p:nvPr/>
        </p:nvSpPr>
        <p:spPr>
          <a:xfrm>
            <a:off x="4800384" y="1710069"/>
            <a:ext cx="42484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3.141592653589</a:t>
            </a:r>
            <a:endParaRPr lang="es-ES" sz="1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2501812" y="5405154"/>
            <a:ext cx="27238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base, altura, </a:t>
            </a:r>
            <a:r>
              <a:rPr lang="es-E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area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5124454" y="4459525"/>
            <a:ext cx="28648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Pi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3.141592653589</a:t>
            </a:r>
            <a:endParaRPr lang="es-ES" sz="2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7" name="16 Grupo"/>
          <p:cNvGrpSpPr/>
          <p:nvPr/>
        </p:nvGrpSpPr>
        <p:grpSpPr>
          <a:xfrm>
            <a:off x="2377080" y="4433654"/>
            <a:ext cx="5787082" cy="1368190"/>
            <a:chOff x="2377080" y="4090992"/>
            <a:chExt cx="5787082" cy="1368190"/>
          </a:xfrm>
        </p:grpSpPr>
        <p:sp>
          <p:nvSpPr>
            <p:cNvPr id="12" name="11 Elipse"/>
            <p:cNvSpPr/>
            <p:nvPr/>
          </p:nvSpPr>
          <p:spPr>
            <a:xfrm>
              <a:off x="5133979" y="4090992"/>
              <a:ext cx="428628" cy="428628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12 Elipse"/>
            <p:cNvSpPr/>
            <p:nvPr/>
          </p:nvSpPr>
          <p:spPr>
            <a:xfrm>
              <a:off x="2377080" y="5030554"/>
              <a:ext cx="2895950" cy="428628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5" name="14 Conector recto"/>
            <p:cNvCxnSpPr>
              <a:endCxn id="12" idx="5"/>
            </p:cNvCxnSpPr>
            <p:nvPr/>
          </p:nvCxnSpPr>
          <p:spPr>
            <a:xfrm flipH="1" flipV="1">
              <a:off x="5499836" y="4456849"/>
              <a:ext cx="656340" cy="645713"/>
            </a:xfrm>
            <a:prstGeom prst="line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 flipH="1">
              <a:off x="5364088" y="5246578"/>
              <a:ext cx="792088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20 CuadroTexto"/>
            <p:cNvSpPr txBox="1"/>
            <p:nvPr/>
          </p:nvSpPr>
          <p:spPr>
            <a:xfrm>
              <a:off x="6156176" y="4984090"/>
              <a:ext cx="2007986" cy="43088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Identificadores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530241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406024" y="3044280"/>
            <a:ext cx="2331985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Variables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Datos que se mantienen en memoria</a:t>
            </a:r>
          </a:p>
          <a:p>
            <a:pPr marL="361950"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Variable: dato que se accede por medio de un nombre</a:t>
            </a: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Dato literal: un valor concreto</a:t>
            </a:r>
          </a:p>
          <a:p>
            <a:pPr marL="361950" lvl="1" indent="1588">
              <a:spcBef>
                <a:spcPts val="0"/>
              </a:spcBef>
              <a:spcAft>
                <a:spcPts val="1200"/>
              </a:spcAft>
              <a:buNone/>
            </a:pPr>
            <a:endParaRPr lang="es-ES" dirty="0"/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edad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19</a:t>
            </a:r>
            <a:r>
              <a:rPr lang="es-ES" dirty="0">
                <a:latin typeface="Consolas" pitchFamily="49" charset="0"/>
              </a:rPr>
              <a:t>; </a:t>
            </a:r>
            <a:r>
              <a:rPr lang="es-ES" dirty="0">
                <a:solidFill>
                  <a:srgbClr val="92D050"/>
                </a:solidFill>
                <a:latin typeface="Consolas" pitchFamily="49" charset="0"/>
              </a:rPr>
              <a:t>// variable edad y literal 19</a:t>
            </a:r>
            <a:endParaRPr lang="es-ES" dirty="0">
              <a:solidFill>
                <a:srgbClr val="92D050"/>
              </a:solidFill>
            </a:endParaRPr>
          </a:p>
          <a:p>
            <a:pPr marL="361950" lvl="1" indent="1588">
              <a:spcBef>
                <a:spcPts val="1800"/>
              </a:spcBef>
              <a:spcAft>
                <a:spcPts val="600"/>
              </a:spcAft>
              <a:buNone/>
            </a:pPr>
            <a:endParaRPr lang="es-ES" dirty="0">
              <a:solidFill>
                <a:srgbClr val="FFC000"/>
              </a:solidFill>
            </a:endParaRP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¿Qué tipo de dato queremos mantener?</a:t>
            </a:r>
          </a:p>
          <a:p>
            <a:pPr marL="714375" lvl="1" indent="-35083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Valor numérico sin decimales (entero): tipo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</a:p>
          <a:p>
            <a:pPr marL="714375" lvl="1" indent="-35083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Valor numérico con decimales (real): tipo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double</a:t>
            </a:r>
          </a:p>
          <a:p>
            <a:pPr marL="361950" lvl="1" indent="1588">
              <a:spcBef>
                <a:spcPts val="1200"/>
              </a:spcBef>
              <a:spcAft>
                <a:spcPts val="600"/>
              </a:spcAft>
              <a:buNone/>
            </a:pPr>
            <a:endParaRPr lang="es-E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Declaración de variables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[</a:t>
            </a: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modificadores</a:t>
            </a:r>
            <a:r>
              <a:rPr lang="es-ES" sz="2400" dirty="0">
                <a:latin typeface="Consolas" pitchFamily="49" charset="0"/>
              </a:rPr>
              <a:t>] </a:t>
            </a: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tipo</a:t>
            </a:r>
            <a:r>
              <a:rPr lang="es-ES" sz="2400" dirty="0">
                <a:latin typeface="Consolas" pitchFamily="49" charset="0"/>
              </a:rPr>
              <a:t> </a:t>
            </a:r>
            <a:r>
              <a:rPr lang="es-ES" sz="2400" dirty="0" err="1">
                <a:latin typeface="Consolas" pitchFamily="49" charset="0"/>
              </a:rPr>
              <a:t>lista_de_variables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/>
              <a:t>	      Opcional</a:t>
            </a:r>
          </a:p>
          <a:p>
            <a:pPr lvl="1" indent="1588">
              <a:spcBef>
                <a:spcPts val="600"/>
              </a:spcBef>
              <a:buNone/>
            </a:pPr>
            <a:r>
              <a:rPr lang="es-ES" sz="2000" dirty="0" err="1">
                <a:latin typeface="Consolas" pitchFamily="49" charset="0"/>
              </a:rPr>
              <a:t>lista_de_variables</a:t>
            </a:r>
            <a:endParaRPr lang="es-ES" sz="2000" dirty="0"/>
          </a:p>
          <a:p>
            <a:pPr lvl="1" indent="1588">
              <a:spcBef>
                <a:spcPts val="0"/>
              </a:spcBef>
              <a:buNone/>
            </a:pPr>
            <a:endParaRPr lang="es-ES" dirty="0"/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i, j, l;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short </a:t>
            </a:r>
            <a:r>
              <a:rPr lang="es-ES" dirty="0">
                <a:latin typeface="Consolas" pitchFamily="49" charset="0"/>
              </a:rPr>
              <a:t>unidades;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 err="1">
                <a:solidFill>
                  <a:srgbClr val="FFC000"/>
                </a:solidFill>
                <a:latin typeface="Consolas" pitchFamily="49" charset="0"/>
              </a:rPr>
              <a:t>long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 </a:t>
            </a:r>
            <a:r>
              <a:rPr lang="es-ES" dirty="0">
                <a:latin typeface="Consolas" pitchFamily="49" charset="0"/>
              </a:rPr>
              <a:t>monedas;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solidFill>
                  <a:srgbClr val="FF9966"/>
                </a:solidFill>
                <a:latin typeface="Consolas" pitchFamily="49" charset="0"/>
              </a:rPr>
              <a:t> </a:t>
            </a:r>
            <a:r>
              <a:rPr lang="es-ES" dirty="0">
                <a:latin typeface="Consolas" pitchFamily="49" charset="0"/>
              </a:rPr>
              <a:t>balance, beneficio, perdida;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cxnSp>
        <p:nvCxnSpPr>
          <p:cNvPr id="17" name="16 Conector recto de flecha"/>
          <p:cNvCxnSpPr/>
          <p:nvPr/>
        </p:nvCxnSpPr>
        <p:spPr>
          <a:xfrm>
            <a:off x="6084168" y="2115272"/>
            <a:ext cx="1080120" cy="0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32 Grupo"/>
          <p:cNvGrpSpPr/>
          <p:nvPr/>
        </p:nvGrpSpPr>
        <p:grpSpPr>
          <a:xfrm>
            <a:off x="3707904" y="1916832"/>
            <a:ext cx="2439144" cy="400110"/>
            <a:chOff x="3635896" y="2625370"/>
            <a:chExt cx="2439144" cy="400110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3635896" y="2811624"/>
              <a:ext cx="936104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27 CuadroTexto"/>
            <p:cNvSpPr txBox="1"/>
            <p:nvPr/>
          </p:nvSpPr>
          <p:spPr>
            <a:xfrm>
              <a:off x="4572000" y="2625370"/>
              <a:ext cx="1503040" cy="40011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20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Identificador</a:t>
              </a:r>
            </a:p>
          </p:txBody>
        </p:sp>
      </p:grpSp>
      <p:grpSp>
        <p:nvGrpSpPr>
          <p:cNvPr id="45" name="44 Grupo"/>
          <p:cNvGrpSpPr/>
          <p:nvPr/>
        </p:nvGrpSpPr>
        <p:grpSpPr>
          <a:xfrm>
            <a:off x="1043608" y="4221088"/>
            <a:ext cx="6984776" cy="1656184"/>
            <a:chOff x="899592" y="5401791"/>
            <a:chExt cx="6984776" cy="1656184"/>
          </a:xfrm>
        </p:grpSpPr>
        <p:sp>
          <p:nvSpPr>
            <p:cNvPr id="40" name="39 CuadroTexto"/>
            <p:cNvSpPr txBox="1"/>
            <p:nvPr/>
          </p:nvSpPr>
          <p:spPr>
            <a:xfrm>
              <a:off x="899592" y="5416649"/>
              <a:ext cx="6984776" cy="164132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/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Programación con buen estilo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:</a:t>
              </a:r>
              <a:b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Identificadores descriptivos</a:t>
              </a:r>
            </a:p>
            <a:p>
              <a:pPr marL="540000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Espacio tras cada coma</a:t>
              </a:r>
              <a:b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Nombres de las variables en minúsculas</a:t>
              </a:r>
            </a:p>
            <a:p>
              <a:pPr marL="540000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(Varias palabras: capitaliza cada inicial: </a:t>
              </a:r>
              <a:r>
                <a:rPr lang="es-ES" sz="2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interes</a:t>
              </a:r>
              <a:r>
                <a:rPr lang="es-ES" sz="2000" dirty="0" err="1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P</a:t>
              </a:r>
              <a:r>
                <a:rPr lang="es-ES" sz="2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or</a:t>
              </a:r>
              <a:r>
                <a:rPr lang="es-ES" sz="2000" dirty="0" err="1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M</a:t>
              </a:r>
              <a:r>
                <a:rPr lang="es-ES" sz="20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es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)</a:t>
              </a:r>
            </a:p>
          </p:txBody>
        </p:sp>
        <p:pic>
          <p:nvPicPr>
            <p:cNvPr id="1027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6" name="35 Grupo"/>
          <p:cNvGrpSpPr/>
          <p:nvPr/>
        </p:nvGrpSpPr>
        <p:grpSpPr>
          <a:xfrm>
            <a:off x="4312543" y="2121621"/>
            <a:ext cx="2088232" cy="737524"/>
            <a:chOff x="4139952" y="2839684"/>
            <a:chExt cx="2088232" cy="737524"/>
          </a:xfrm>
        </p:grpSpPr>
        <p:cxnSp>
          <p:nvCxnSpPr>
            <p:cNvPr id="18" name="17 Conector recto"/>
            <p:cNvCxnSpPr/>
            <p:nvPr/>
          </p:nvCxnSpPr>
          <p:spPr>
            <a:xfrm rot="5400000" flipH="1" flipV="1">
              <a:off x="5945601" y="3122267"/>
              <a:ext cx="565166" cy="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>
              <a:off x="4139952" y="3395325"/>
              <a:ext cx="93610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 rot="5400000" flipH="1" flipV="1">
              <a:off x="3866894" y="3122267"/>
              <a:ext cx="565166" cy="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33 Conector recto"/>
            <p:cNvCxnSpPr/>
            <p:nvPr/>
          </p:nvCxnSpPr>
          <p:spPr>
            <a:xfrm>
              <a:off x="5292080" y="3395325"/>
              <a:ext cx="93610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21 Elipse"/>
            <p:cNvSpPr/>
            <p:nvPr/>
          </p:nvSpPr>
          <p:spPr>
            <a:xfrm>
              <a:off x="5076056" y="3217168"/>
              <a:ext cx="360040" cy="36004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,</a:t>
              </a:r>
            </a:p>
          </p:txBody>
        </p:sp>
      </p:grpSp>
      <p:grpSp>
        <p:nvGrpSpPr>
          <p:cNvPr id="38" name="37 Grupo"/>
          <p:cNvGrpSpPr/>
          <p:nvPr/>
        </p:nvGrpSpPr>
        <p:grpSpPr>
          <a:xfrm>
            <a:off x="2699792" y="1484784"/>
            <a:ext cx="648072" cy="144016"/>
            <a:chOff x="2699792" y="2142381"/>
            <a:chExt cx="648072" cy="144016"/>
          </a:xfrm>
        </p:grpSpPr>
        <p:cxnSp>
          <p:nvCxnSpPr>
            <p:cNvPr id="26" name="25 Conector recto de flecha"/>
            <p:cNvCxnSpPr/>
            <p:nvPr/>
          </p:nvCxnSpPr>
          <p:spPr>
            <a:xfrm>
              <a:off x="2699792" y="2278460"/>
              <a:ext cx="648072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28 Conector recto de flecha"/>
            <p:cNvCxnSpPr/>
            <p:nvPr/>
          </p:nvCxnSpPr>
          <p:spPr>
            <a:xfrm flipV="1">
              <a:off x="3338339" y="2142381"/>
              <a:ext cx="0" cy="144016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36 Grupo"/>
          <p:cNvGrpSpPr/>
          <p:nvPr/>
        </p:nvGrpSpPr>
        <p:grpSpPr>
          <a:xfrm>
            <a:off x="971600" y="1484784"/>
            <a:ext cx="720080" cy="144016"/>
            <a:chOff x="971600" y="2142381"/>
            <a:chExt cx="720080" cy="144016"/>
          </a:xfrm>
        </p:grpSpPr>
        <p:cxnSp>
          <p:nvCxnSpPr>
            <p:cNvPr id="23" name="22 Conector recto de flecha"/>
            <p:cNvCxnSpPr/>
            <p:nvPr/>
          </p:nvCxnSpPr>
          <p:spPr>
            <a:xfrm>
              <a:off x="971600" y="2278460"/>
              <a:ext cx="720080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31 Conector recto de flecha"/>
            <p:cNvCxnSpPr/>
            <p:nvPr/>
          </p:nvCxnSpPr>
          <p:spPr>
            <a:xfrm flipV="1">
              <a:off x="981125" y="2142381"/>
              <a:ext cx="0" cy="144016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450645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Declaración de variables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Consideraciones por lenguaje</a:t>
            </a:r>
          </a:p>
          <a:p>
            <a:pPr marL="704850" lvl="1" indent="-342900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Las variables se pueden o no inicializar</a:t>
            </a:r>
          </a:p>
          <a:p>
            <a:pPr marL="704850" lvl="1" indent="-342900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Se pueden o no usar hasta que se les haya dado algún valor</a:t>
            </a:r>
          </a:p>
          <a:p>
            <a:pPr marL="361950" lvl="1" indent="1588">
              <a:spcBef>
                <a:spcPts val="1200"/>
              </a:spcBef>
              <a:spcAft>
                <a:spcPts val="600"/>
              </a:spcAft>
              <a:buNone/>
            </a:pPr>
            <a:endParaRPr lang="es-ES" i="1" dirty="0"/>
          </a:p>
          <a:p>
            <a:pPr marL="361950" lvl="1" indent="1588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i="1" dirty="0"/>
              <a:t>¿Dónde colocamos las declaraciones?</a:t>
            </a: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Siempre, antes del primer uso</a:t>
            </a:r>
            <a:br>
              <a:rPr lang="es-ES" dirty="0"/>
            </a:br>
            <a:r>
              <a:rPr lang="es-ES" dirty="0"/>
              <a:t>Habitualmente al principio de la función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Datos y memoria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Se reserva memoria suficiente para cada tipo de dato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inicio;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short </a:t>
            </a:r>
            <a:r>
              <a:rPr lang="es-ES" dirty="0">
                <a:latin typeface="Consolas" pitchFamily="49" charset="0"/>
              </a:rPr>
              <a:t>unidades;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solidFill>
                  <a:srgbClr val="FF9966"/>
                </a:solidFill>
                <a:latin typeface="Consolas" pitchFamily="49" charset="0"/>
              </a:rPr>
              <a:t> </a:t>
            </a:r>
            <a:r>
              <a:rPr lang="es-ES" dirty="0">
                <a:latin typeface="Consolas" pitchFamily="49" charset="0"/>
              </a:rPr>
              <a:t>balance;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4519372" y="1772816"/>
            <a:ext cx="3364996" cy="4176464"/>
          </a:xfrm>
          <a:prstGeom prst="rect">
            <a:avLst/>
          </a:prstGeom>
          <a:solidFill>
            <a:schemeClr val="accent4">
              <a:tint val="98000"/>
              <a:shade val="25000"/>
              <a:satMod val="2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ctr"/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</a:t>
            </a:r>
          </a:p>
        </p:txBody>
      </p:sp>
      <p:graphicFrame>
        <p:nvGraphicFramePr>
          <p:cNvPr id="22" name="21 Tabla"/>
          <p:cNvGraphicFramePr>
            <a:graphicFrameLocks noGrp="1"/>
          </p:cNvGraphicFramePr>
          <p:nvPr/>
        </p:nvGraphicFramePr>
        <p:xfrm>
          <a:off x="5743508" y="2178136"/>
          <a:ext cx="1764000" cy="360000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418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3" name="22 Rectángulo"/>
          <p:cNvSpPr/>
          <p:nvPr/>
        </p:nvSpPr>
        <p:spPr>
          <a:xfrm>
            <a:off x="4807404" y="2195339"/>
            <a:ext cx="2683346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inicio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24" name="23 Rectángulo"/>
          <p:cNvSpPr/>
          <p:nvPr/>
        </p:nvSpPr>
        <p:spPr>
          <a:xfrm>
            <a:off x="4807404" y="3078485"/>
            <a:ext cx="2683346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unidades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25" name="24 Rectángulo"/>
          <p:cNvSpPr/>
          <p:nvPr/>
        </p:nvSpPr>
        <p:spPr>
          <a:xfrm>
            <a:off x="4807404" y="3520058"/>
            <a:ext cx="2683346" cy="180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balance</a:t>
            </a: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84372"/>
      </p:ext>
    </p:extLst>
  </p:cSld>
  <p:clrMapOvr>
    <a:masterClrMapping/>
  </p:clrMapOvr>
  <p:transition spd="med"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Memoria suficiente para su tipo de valores</a:t>
            </a:r>
          </a:p>
          <a:p>
            <a:pPr lvl="1" indent="1588">
              <a:spcBef>
                <a:spcPts val="600"/>
              </a:spcBef>
              <a:spcAft>
                <a:spcPts val="9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short </a:t>
            </a:r>
            <a:r>
              <a:rPr lang="es-ES" dirty="0">
                <a:latin typeface="Consolas" pitchFamily="49" charset="0"/>
              </a:rPr>
              <a:t>i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600"/>
              </a:spcBef>
              <a:spcAft>
                <a:spcPts val="9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dirty="0">
                <a:latin typeface="Consolas" pitchFamily="49" charset="0"/>
              </a:rPr>
              <a:t> j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9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600"/>
              </a:spcBef>
              <a:spcAft>
                <a:spcPts val="9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dirty="0">
                <a:latin typeface="Consolas" pitchFamily="49" charset="0"/>
              </a:rPr>
              <a:t> c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'a'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600"/>
              </a:spcBef>
              <a:spcAft>
                <a:spcPts val="9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x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1.5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3000"/>
              </a:spcBef>
              <a:spcAft>
                <a:spcPts val="600"/>
              </a:spcAft>
              <a:buNone/>
            </a:pPr>
            <a:r>
              <a:rPr lang="es-ES" dirty="0"/>
              <a:t>El significado de los bits depende del tipo de la variable: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  <a:cs typeface="Consolas" pitchFamily="49" charset="0"/>
              </a:rPr>
              <a:t>00000000 00000000 00000000 01111000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Interpretado como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dirty="0"/>
              <a:t> es el entero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120</a:t>
            </a: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Interpretado como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es-ES" dirty="0"/>
              <a:t> (sólo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01111000</a:t>
            </a:r>
            <a:r>
              <a:rPr lang="es-ES" dirty="0"/>
              <a:t>) es el carácter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'x'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14" name="13 Grupo"/>
          <p:cNvGrpSpPr/>
          <p:nvPr/>
        </p:nvGrpSpPr>
        <p:grpSpPr>
          <a:xfrm>
            <a:off x="5365597" y="1556792"/>
            <a:ext cx="1006603" cy="400110"/>
            <a:chOff x="3997445" y="2392313"/>
            <a:chExt cx="1006603" cy="400110"/>
          </a:xfrm>
        </p:grpSpPr>
        <p:sp>
          <p:nvSpPr>
            <p:cNvPr id="6" name="5 CuadroTexto"/>
            <p:cNvSpPr txBox="1"/>
            <p:nvPr/>
          </p:nvSpPr>
          <p:spPr>
            <a:xfrm>
              <a:off x="3997445" y="2392313"/>
              <a:ext cx="325730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i</a:t>
              </a:r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4355976" y="2392313"/>
              <a:ext cx="648072" cy="40011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</p:grpSp>
      <p:grpSp>
        <p:nvGrpSpPr>
          <p:cNvPr id="15" name="14 Grupo"/>
          <p:cNvGrpSpPr/>
          <p:nvPr/>
        </p:nvGrpSpPr>
        <p:grpSpPr>
          <a:xfrm>
            <a:off x="5365597" y="2081019"/>
            <a:ext cx="1654675" cy="400110"/>
            <a:chOff x="3997445" y="2852936"/>
            <a:chExt cx="1654675" cy="400110"/>
          </a:xfrm>
        </p:grpSpPr>
        <p:sp>
          <p:nvSpPr>
            <p:cNvPr id="8" name="7 CuadroTexto"/>
            <p:cNvSpPr txBox="1"/>
            <p:nvPr/>
          </p:nvSpPr>
          <p:spPr>
            <a:xfrm>
              <a:off x="3997445" y="2852936"/>
              <a:ext cx="325730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j</a:t>
              </a:r>
            </a:p>
          </p:txBody>
        </p:sp>
        <p:sp>
          <p:nvSpPr>
            <p:cNvPr id="9" name="8 CuadroTexto"/>
            <p:cNvSpPr txBox="1"/>
            <p:nvPr/>
          </p:nvSpPr>
          <p:spPr>
            <a:xfrm>
              <a:off x="4355976" y="2852936"/>
              <a:ext cx="1296144" cy="40011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9</a:t>
              </a:r>
            </a:p>
          </p:txBody>
        </p:sp>
      </p:grpSp>
      <p:grpSp>
        <p:nvGrpSpPr>
          <p:cNvPr id="16" name="15 Grupo"/>
          <p:cNvGrpSpPr/>
          <p:nvPr/>
        </p:nvGrpSpPr>
        <p:grpSpPr>
          <a:xfrm>
            <a:off x="5365597" y="2605246"/>
            <a:ext cx="718571" cy="400110"/>
            <a:chOff x="3997445" y="3284984"/>
            <a:chExt cx="718571" cy="400110"/>
          </a:xfrm>
        </p:grpSpPr>
        <p:sp>
          <p:nvSpPr>
            <p:cNvPr id="10" name="9 CuadroTexto"/>
            <p:cNvSpPr txBox="1"/>
            <p:nvPr/>
          </p:nvSpPr>
          <p:spPr>
            <a:xfrm>
              <a:off x="3997445" y="3284984"/>
              <a:ext cx="325730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c</a:t>
              </a:r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4355976" y="3284984"/>
              <a:ext cx="360040" cy="40011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</a:t>
              </a:r>
            </a:p>
          </p:txBody>
        </p:sp>
      </p:grpSp>
      <p:grpSp>
        <p:nvGrpSpPr>
          <p:cNvPr id="17" name="16 Grupo"/>
          <p:cNvGrpSpPr/>
          <p:nvPr/>
        </p:nvGrpSpPr>
        <p:grpSpPr>
          <a:xfrm>
            <a:off x="5365597" y="3129473"/>
            <a:ext cx="2950819" cy="400110"/>
            <a:chOff x="3997445" y="3717032"/>
            <a:chExt cx="2950819" cy="400110"/>
          </a:xfrm>
        </p:grpSpPr>
        <p:sp>
          <p:nvSpPr>
            <p:cNvPr id="12" name="11 CuadroTexto"/>
            <p:cNvSpPr txBox="1"/>
            <p:nvPr/>
          </p:nvSpPr>
          <p:spPr>
            <a:xfrm>
              <a:off x="3997445" y="3717032"/>
              <a:ext cx="325730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x</a:t>
              </a:r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4355976" y="3717032"/>
              <a:ext cx="2592288" cy="40011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1.5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Capacidad de las variables</a:t>
            </a: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int</a:t>
            </a: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cs typeface="Courier New" pitchFamily="49" charset="0"/>
              </a:rPr>
              <a:t>-2.147.483.648</a:t>
            </a:r>
            <a:r>
              <a:rPr lang="es-ES" dirty="0"/>
              <a:t> ... </a:t>
            </a:r>
            <a:r>
              <a:rPr lang="es-ES" dirty="0">
                <a:cs typeface="Courier New" pitchFamily="49" charset="0"/>
              </a:rPr>
              <a:t>2.147.483.647</a:t>
            </a:r>
            <a:endParaRPr lang="es-ES" dirty="0"/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-2147483648</a:t>
            </a:r>
            <a:r>
              <a:rPr lang="es-ES" dirty="0">
                <a:solidFill>
                  <a:prstClr val="white"/>
                </a:solidFill>
              </a:rPr>
              <a:t> </a:t>
            </a:r>
            <a:r>
              <a:rPr lang="es-ES" dirty="0"/>
              <a:t>..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2147483647</a:t>
            </a:r>
            <a:endParaRPr lang="es-ES" dirty="0"/>
          </a:p>
          <a:p>
            <a:pPr lvl="1" indent="1588">
              <a:spcBef>
                <a:spcPts val="300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  <a:tabLst>
                <a:tab pos="2514600" algn="l"/>
              </a:tabLst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</a:p>
          <a:p>
            <a:pPr lvl="1" indent="1588">
              <a:spcBef>
                <a:spcPts val="0"/>
              </a:spcBef>
              <a:spcAft>
                <a:spcPts val="3000"/>
              </a:spcAft>
              <a:buClr>
                <a:srgbClr val="04617B">
                  <a:lumMod val="20000"/>
                  <a:lumOff val="80000"/>
                </a:srgbClr>
              </a:buClr>
              <a:buNone/>
              <a:tabLst>
                <a:tab pos="2514600" algn="l"/>
              </a:tabLst>
            </a:pPr>
            <a:r>
              <a:rPr lang="es-ES" dirty="0">
                <a:cs typeface="Courier New" pitchFamily="49" charset="0"/>
              </a:rPr>
              <a:t>2,23 </a:t>
            </a:r>
            <a:r>
              <a:rPr lang="es-ES" dirty="0">
                <a:latin typeface="+mj-lt"/>
                <a:cs typeface="Courier New" pitchFamily="49" charset="0"/>
              </a:rPr>
              <a:t>x </a:t>
            </a:r>
            <a:r>
              <a:rPr lang="es-ES" dirty="0">
                <a:cs typeface="Courier New" pitchFamily="49" charset="0"/>
              </a:rPr>
              <a:t>10</a:t>
            </a:r>
            <a:r>
              <a:rPr lang="es-ES" baseline="30000" dirty="0">
                <a:cs typeface="Courier New" pitchFamily="49" charset="0"/>
              </a:rPr>
              <a:t>-308</a:t>
            </a:r>
            <a:r>
              <a:rPr lang="es-ES" dirty="0"/>
              <a:t> ... </a:t>
            </a:r>
            <a:r>
              <a:rPr lang="es-ES" dirty="0">
                <a:cs typeface="Courier New" pitchFamily="49" charset="0"/>
              </a:rPr>
              <a:t>1,79 </a:t>
            </a:r>
            <a:r>
              <a:rPr lang="es-ES" dirty="0">
                <a:latin typeface="+mj-lt"/>
                <a:cs typeface="Courier New" pitchFamily="49" charset="0"/>
              </a:rPr>
              <a:t>x</a:t>
            </a:r>
            <a:r>
              <a:rPr lang="es-ES" dirty="0">
                <a:cs typeface="Courier New" pitchFamily="49" charset="0"/>
              </a:rPr>
              <a:t> 10</a:t>
            </a:r>
            <a:r>
              <a:rPr lang="es-ES" baseline="30000" dirty="0">
                <a:cs typeface="Courier New" pitchFamily="49" charset="0"/>
              </a:rPr>
              <a:t>+308</a:t>
            </a:r>
            <a:r>
              <a:rPr lang="es-ES" dirty="0"/>
              <a:t> y sus negativos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  <a:tabLst>
                <a:tab pos="2514600" algn="l"/>
              </a:tabLst>
            </a:pPr>
            <a:r>
              <a:rPr lang="es-ES" dirty="0">
                <a:latin typeface="Consolas" pitchFamily="49" charset="0"/>
                <a:cs typeface="Courier New" pitchFamily="49" charset="0"/>
              </a:rPr>
              <a:t>[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+</a:t>
            </a:r>
            <a:r>
              <a:rPr lang="es-ES" dirty="0"/>
              <a:t>|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-</a:t>
            </a:r>
            <a:r>
              <a:rPr lang="es-ES" dirty="0">
                <a:latin typeface="Consolas" pitchFamily="49" charset="0"/>
                <a:cs typeface="Courier New" pitchFamily="49" charset="0"/>
              </a:rPr>
              <a:t>]</a:t>
            </a:r>
            <a:r>
              <a:rPr lang="es-ES" dirty="0">
                <a:latin typeface="Consolas" pitchFamily="49" charset="0"/>
              </a:rPr>
              <a:t>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2.23e-308</a:t>
            </a:r>
            <a:r>
              <a:rPr lang="es-ES" dirty="0"/>
              <a:t> ..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urier New" pitchFamily="49" charset="0"/>
              </a:rPr>
              <a:t>1.79e+308</a:t>
            </a:r>
            <a:endParaRPr lang="es-ES" dirty="0"/>
          </a:p>
          <a:p>
            <a:pPr marL="361950" lvl="1" indent="1588">
              <a:spcBef>
                <a:spcPts val="3000"/>
              </a:spcBef>
              <a:spcAft>
                <a:spcPts val="600"/>
              </a:spcAft>
              <a:buNone/>
            </a:pPr>
            <a:r>
              <a:rPr lang="es-ES" dirty="0"/>
              <a:t>Problemas de precisión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pSp>
        <p:nvGrpSpPr>
          <p:cNvPr id="11" name="10 Grupo"/>
          <p:cNvGrpSpPr/>
          <p:nvPr/>
        </p:nvGrpSpPr>
        <p:grpSpPr>
          <a:xfrm>
            <a:off x="5004048" y="4335487"/>
            <a:ext cx="3013473" cy="430887"/>
            <a:chOff x="5364088" y="4499828"/>
            <a:chExt cx="3013473" cy="430887"/>
          </a:xfrm>
        </p:grpSpPr>
        <p:cxnSp>
          <p:nvCxnSpPr>
            <p:cNvPr id="7" name="6 Conector recto de flecha"/>
            <p:cNvCxnSpPr/>
            <p:nvPr/>
          </p:nvCxnSpPr>
          <p:spPr>
            <a:xfrm flipH="1">
              <a:off x="5364088" y="4720044"/>
              <a:ext cx="581397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8 CuadroTexto"/>
            <p:cNvSpPr txBox="1"/>
            <p:nvPr/>
          </p:nvSpPr>
          <p:spPr>
            <a:xfrm>
              <a:off x="5945485" y="4499828"/>
              <a:ext cx="2432076" cy="43088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Notación científica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Inicialización de variables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43528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¿Cómo se inicializa una variable?</a:t>
            </a:r>
          </a:p>
          <a:p>
            <a:pPr marL="895350" lvl="2" indent="-266700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Al asignarle un valor (instrucción de asignación)</a:t>
            </a:r>
          </a:p>
          <a:p>
            <a:pPr marL="895350" lvl="2" indent="-266700">
              <a:spcBef>
                <a:spcPts val="0"/>
              </a:spcBef>
              <a:spcAft>
                <a:spcPts val="400"/>
              </a:spcAft>
            </a:pPr>
            <a:r>
              <a:rPr lang="es-ES" sz="2200" dirty="0">
                <a:solidFill>
                  <a:prstClr val="white"/>
                </a:solidFill>
              </a:rPr>
              <a:t>Al declararla</a:t>
            </a:r>
          </a:p>
          <a:p>
            <a:pPr lvl="1" indent="1588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/>
              <a:t>Inicialización en la propia declaración:</a:t>
            </a:r>
          </a:p>
          <a:p>
            <a:pPr lvl="1" indent="1588">
              <a:spcBef>
                <a:spcPts val="0"/>
              </a:spcBef>
              <a:spcAft>
                <a:spcPts val="24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28" name="27 CuadroTexto"/>
          <p:cNvSpPr txBox="1"/>
          <p:nvPr/>
        </p:nvSpPr>
        <p:spPr>
          <a:xfrm>
            <a:off x="6228184" y="3448050"/>
            <a:ext cx="2641044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Expresión: valor compatible</a:t>
            </a:r>
          </a:p>
        </p:txBody>
      </p:sp>
      <p:grpSp>
        <p:nvGrpSpPr>
          <p:cNvPr id="23" name="22 Grupo"/>
          <p:cNvGrpSpPr/>
          <p:nvPr/>
        </p:nvGrpSpPr>
        <p:grpSpPr>
          <a:xfrm>
            <a:off x="899592" y="3429000"/>
            <a:ext cx="5328592" cy="400110"/>
            <a:chOff x="899592" y="4941054"/>
            <a:chExt cx="5328592" cy="400110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1240582" y="5128896"/>
              <a:ext cx="50405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>
              <a:off x="3122315" y="5128896"/>
              <a:ext cx="50405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 de flecha"/>
            <p:cNvCxnSpPr/>
            <p:nvPr/>
          </p:nvCxnSpPr>
          <p:spPr>
            <a:xfrm>
              <a:off x="3904878" y="5127308"/>
              <a:ext cx="576064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>
              <a:off x="5580112" y="5127308"/>
              <a:ext cx="64807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10 CuadroTexto"/>
            <p:cNvSpPr txBox="1"/>
            <p:nvPr/>
          </p:nvSpPr>
          <p:spPr>
            <a:xfrm>
              <a:off x="1763688" y="4941054"/>
              <a:ext cx="1503040" cy="40011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20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Identificador</a:t>
              </a:r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4499992" y="4941054"/>
              <a:ext cx="1183337" cy="40011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20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Expresión</a:t>
              </a:r>
            </a:p>
          </p:txBody>
        </p:sp>
        <p:sp>
          <p:nvSpPr>
            <p:cNvPr id="26" name="25 CuadroTexto"/>
            <p:cNvSpPr txBox="1"/>
            <p:nvPr/>
          </p:nvSpPr>
          <p:spPr>
            <a:xfrm>
              <a:off x="899592" y="4941054"/>
              <a:ext cx="34336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…</a:t>
              </a:r>
            </a:p>
          </p:txBody>
        </p:sp>
        <p:sp>
          <p:nvSpPr>
            <p:cNvPr id="22" name="21 Elipse"/>
            <p:cNvSpPr/>
            <p:nvPr/>
          </p:nvSpPr>
          <p:spPr>
            <a:xfrm>
              <a:off x="3635896" y="4941168"/>
              <a:ext cx="360040" cy="36004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=</a:t>
              </a:r>
            </a:p>
          </p:txBody>
        </p:sp>
      </p:grpSp>
      <p:sp>
        <p:nvSpPr>
          <p:cNvPr id="18" name="17 Llamada rectangular redondeada"/>
          <p:cNvSpPr/>
          <p:nvPr/>
        </p:nvSpPr>
        <p:spPr>
          <a:xfrm>
            <a:off x="5076056" y="4149080"/>
            <a:ext cx="2664296" cy="686058"/>
          </a:xfrm>
          <a:prstGeom prst="wedgeRoundRectCallout">
            <a:avLst>
              <a:gd name="adj1" fmla="val -46096"/>
              <a:gd name="adj2" fmla="val -98989"/>
              <a:gd name="adj3" fmla="val 16667"/>
            </a:avLst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En particular, una expresión puede ser un literal</a:t>
            </a:r>
          </a:p>
        </p:txBody>
      </p:sp>
      <p:sp>
        <p:nvSpPr>
          <p:cNvPr id="24" name="23 Rectángulo"/>
          <p:cNvSpPr/>
          <p:nvPr/>
        </p:nvSpPr>
        <p:spPr>
          <a:xfrm>
            <a:off x="842442" y="4065280"/>
            <a:ext cx="387357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120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i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0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, j, l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26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short 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unidades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100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2798160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8" grpId="0"/>
      <p:bldP spid="18" grpId="0" animBg="1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Uso de las variables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435280" cy="5110178"/>
          </a:xfrm>
        </p:spPr>
        <p:txBody>
          <a:bodyPr>
            <a:normAutofit/>
          </a:bodyPr>
          <a:lstStyle/>
          <a:p>
            <a:pPr marL="0"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Obtención del valor de una variable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Nombre de la variable en una expresión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 err="1">
                <a:latin typeface="Consolas" pitchFamily="49" charset="0"/>
              </a:rPr>
              <a:t>current</a:t>
            </a:r>
            <a:r>
              <a:rPr lang="es-ES" dirty="0">
                <a:latin typeface="Consolas" pitchFamily="49" charset="0"/>
              </a:rPr>
              <a:t> = </a:t>
            </a: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49" charset="0"/>
              </a:rPr>
              <a:t>balance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 err="1">
                <a:latin typeface="Consolas" pitchFamily="49" charset="0"/>
              </a:rPr>
              <a:t>current</a:t>
            </a:r>
            <a:r>
              <a:rPr lang="es-ES" dirty="0">
                <a:latin typeface="Consolas" pitchFamily="49" charset="0"/>
              </a:rPr>
              <a:t> = </a:t>
            </a:r>
            <a:r>
              <a:rPr lang="es-E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49" charset="0"/>
              </a:rPr>
              <a:t>interesPorMes</a:t>
            </a:r>
            <a:r>
              <a:rPr lang="es-ES" dirty="0">
                <a:latin typeface="Consolas" pitchFamily="49" charset="0"/>
              </a:rPr>
              <a:t> * </a:t>
            </a: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49" charset="0"/>
              </a:rPr>
              <a:t>meses</a:t>
            </a:r>
            <a:r>
              <a:rPr lang="es-ES" dirty="0">
                <a:latin typeface="Consolas" pitchFamily="49" charset="0"/>
              </a:rPr>
              <a:t> /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0" lvl="1" indent="1588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8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Modificación del valor de una variable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Nombre de la variable a la izquierda del </a:t>
            </a:r>
            <a:r>
              <a:rPr lang="es-ES" dirty="0">
                <a:latin typeface="Consolas" pitchFamily="49" charset="0"/>
              </a:rPr>
              <a:t>=</a:t>
            </a:r>
            <a:endParaRPr lang="es-ES" dirty="0"/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49" charset="0"/>
              </a:rPr>
              <a:t>balance</a:t>
            </a:r>
            <a:r>
              <a:rPr lang="es-ES" dirty="0">
                <a:latin typeface="Consolas" pitchFamily="49" charset="0"/>
              </a:rPr>
              <a:t>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1214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49" charset="0"/>
              </a:rPr>
              <a:t>porcentaje</a:t>
            </a:r>
            <a:r>
              <a:rPr lang="es-ES" dirty="0">
                <a:latin typeface="Consolas" pitchFamily="49" charset="0"/>
              </a:rPr>
              <a:t> = valor /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30</a:t>
            </a:r>
            <a:r>
              <a:rPr lang="es-ES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1800"/>
              </a:spcBef>
              <a:buNone/>
            </a:pPr>
            <a:r>
              <a:rPr lang="es-ES" dirty="0"/>
              <a:t>Las variables han de haber sido previamente declaradas</a:t>
            </a:r>
            <a:br>
              <a:rPr lang="es-ES" dirty="0"/>
            </a:br>
            <a:r>
              <a:rPr lang="es-ES" sz="1800" dirty="0"/>
              <a:t>(Depende del lenguaje)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</p:spTree>
    <p:extLst>
      <p:ext uri="{BB962C8B-B14F-4D97-AF65-F5344CB8AC3E}">
        <p14:creationId xmlns:p14="http://schemas.microsoft.com/office/powerpoint/2010/main" val="326169930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Instrucciones de asignación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Errores</a:t>
            </a:r>
          </a:p>
          <a:p>
            <a:pPr lvl="1" indent="1588">
              <a:spcBef>
                <a:spcPts val="0"/>
              </a:spcBef>
              <a:spcAft>
                <a:spcPts val="18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a, b, c;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000" dirty="0">
                <a:latin typeface="Consolas" pitchFamily="49" charset="0"/>
              </a:rPr>
              <a:t> = a;      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   // ERROR: un literal no puede recibir un valor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a +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23</a:t>
            </a:r>
            <a:r>
              <a:rPr lang="es-ES" sz="2000" dirty="0">
                <a:latin typeface="Consolas" pitchFamily="49" charset="0"/>
              </a:rPr>
              <a:t>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000" dirty="0">
                <a:latin typeface="Consolas" pitchFamily="49" charset="0"/>
              </a:rPr>
              <a:t>; 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   // ERROR: no puede haber una expresión a la izda.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b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</a:t>
            </a:r>
            <a:r>
              <a:rPr lang="es-ES" sz="2000" dirty="0" err="1">
                <a:solidFill>
                  <a:srgbClr val="FFFF00"/>
                </a:solidFill>
                <a:latin typeface="Consolas" pitchFamily="49" charset="0"/>
              </a:rPr>
              <a:t>abc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</a:t>
            </a:r>
            <a:r>
              <a:rPr lang="es-ES" sz="2000" dirty="0">
                <a:latin typeface="Consolas" pitchFamily="49" charset="0"/>
              </a:rPr>
              <a:t>;  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   // ERROR: un entero no puede guardar una cadena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c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23</a:t>
            </a:r>
            <a:r>
              <a:rPr lang="es-ES" sz="2000" dirty="0">
                <a:latin typeface="Consolas" pitchFamily="49" charset="0"/>
              </a:rPr>
              <a:t> 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000" dirty="0">
                <a:latin typeface="Consolas" pitchFamily="49" charset="0"/>
              </a:rPr>
              <a:t>;  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   // ERROR: expresión no válida (falta operador)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1800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pSp>
        <p:nvGrpSpPr>
          <p:cNvPr id="6" name="6 Grupo"/>
          <p:cNvGrpSpPr/>
          <p:nvPr/>
        </p:nvGrpSpPr>
        <p:grpSpPr>
          <a:xfrm>
            <a:off x="698426" y="2123331"/>
            <a:ext cx="1152128" cy="360040"/>
            <a:chOff x="7092280" y="5301208"/>
            <a:chExt cx="1152128" cy="360040"/>
          </a:xfrm>
        </p:grpSpPr>
        <p:cxnSp>
          <p:nvCxnSpPr>
            <p:cNvPr id="8" name="7 Conector recto"/>
            <p:cNvCxnSpPr/>
            <p:nvPr/>
          </p:nvCxnSpPr>
          <p:spPr>
            <a:xfrm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8 Conector recto"/>
            <p:cNvCxnSpPr/>
            <p:nvPr/>
          </p:nvCxnSpPr>
          <p:spPr>
            <a:xfrm flipV="1"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12 Grupo"/>
          <p:cNvGrpSpPr/>
          <p:nvPr/>
        </p:nvGrpSpPr>
        <p:grpSpPr>
          <a:xfrm>
            <a:off x="899592" y="2871986"/>
            <a:ext cx="1512168" cy="360040"/>
            <a:chOff x="7092280" y="5301208"/>
            <a:chExt cx="1152128" cy="360040"/>
          </a:xfrm>
        </p:grpSpPr>
        <p:cxnSp>
          <p:nvCxnSpPr>
            <p:cNvPr id="14" name="13 Conector recto"/>
            <p:cNvCxnSpPr/>
            <p:nvPr/>
          </p:nvCxnSpPr>
          <p:spPr>
            <a:xfrm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 flipV="1"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15 Grupo"/>
          <p:cNvGrpSpPr/>
          <p:nvPr/>
        </p:nvGrpSpPr>
        <p:grpSpPr>
          <a:xfrm>
            <a:off x="899592" y="3649216"/>
            <a:ext cx="1368152" cy="360040"/>
            <a:chOff x="7092280" y="5301208"/>
            <a:chExt cx="1152128" cy="360040"/>
          </a:xfrm>
        </p:grpSpPr>
        <p:cxnSp>
          <p:nvCxnSpPr>
            <p:cNvPr id="18" name="17 Conector recto"/>
            <p:cNvCxnSpPr/>
            <p:nvPr/>
          </p:nvCxnSpPr>
          <p:spPr>
            <a:xfrm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 flipV="1"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19 Grupo"/>
          <p:cNvGrpSpPr/>
          <p:nvPr/>
        </p:nvGrpSpPr>
        <p:grpSpPr>
          <a:xfrm>
            <a:off x="899592" y="4403204"/>
            <a:ext cx="1368152" cy="360040"/>
            <a:chOff x="7092280" y="5301208"/>
            <a:chExt cx="1152128" cy="360040"/>
          </a:xfrm>
        </p:grpSpPr>
        <p:cxnSp>
          <p:nvCxnSpPr>
            <p:cNvPr id="21" name="20 Conector recto"/>
            <p:cNvCxnSpPr/>
            <p:nvPr/>
          </p:nvCxnSpPr>
          <p:spPr>
            <a:xfrm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"/>
            <p:cNvCxnSpPr/>
            <p:nvPr/>
          </p:nvCxnSpPr>
          <p:spPr>
            <a:xfrm flipV="1"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072631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1800"/>
              </a:spcAft>
            </a:pPr>
            <a:r>
              <a:rPr lang="es-ES" dirty="0"/>
              <a:t>Variables, asignación y memoria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  <a:tabLst>
                <a:tab pos="5019675" algn="l"/>
              </a:tabLst>
            </a:pP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400" dirty="0">
                <a:latin typeface="Consolas" pitchFamily="49" charset="0"/>
              </a:rPr>
              <a:t> i, j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  <a:tabLst>
                <a:tab pos="5019675" algn="l"/>
              </a:tabLst>
            </a:pPr>
            <a:r>
              <a:rPr lang="es-ES" sz="2400" dirty="0">
                <a:latin typeface="Consolas" pitchFamily="49" charset="0"/>
              </a:rPr>
              <a:t>i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23</a:t>
            </a:r>
            <a:r>
              <a:rPr lang="es-ES" sz="2400" dirty="0">
                <a:latin typeface="Consolas" pitchFamily="49" charset="0"/>
              </a:rPr>
              <a:t> + j *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400" dirty="0">
                <a:latin typeface="Consolas" pitchFamily="49" charset="0"/>
              </a:rPr>
              <a:t>;</a:t>
            </a:r>
            <a:endParaRPr lang="es-ES" sz="2400" dirty="0">
              <a:solidFill>
                <a:srgbClr val="92D050"/>
              </a:solidFill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899592" y="2204864"/>
            <a:ext cx="2860940" cy="3168352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ctr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</a:t>
            </a:r>
          </a:p>
        </p:txBody>
      </p:sp>
      <p:graphicFrame>
        <p:nvGraphicFramePr>
          <p:cNvPr id="22" name="21 Tabla"/>
          <p:cNvGraphicFramePr>
            <a:graphicFrameLocks noGrp="1"/>
          </p:cNvGraphicFramePr>
          <p:nvPr/>
        </p:nvGraphicFramePr>
        <p:xfrm>
          <a:off x="1619672" y="2610184"/>
          <a:ext cx="1764000" cy="247500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418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3" name="22 Rectángulo"/>
          <p:cNvSpPr/>
          <p:nvPr/>
        </p:nvSpPr>
        <p:spPr>
          <a:xfrm>
            <a:off x="1187624" y="2627387"/>
            <a:ext cx="2179290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24" name="23 Rectángulo"/>
          <p:cNvSpPr/>
          <p:nvPr/>
        </p:nvSpPr>
        <p:spPr>
          <a:xfrm>
            <a:off x="1187624" y="3510533"/>
            <a:ext cx="2179290" cy="9021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j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2123728" y="3563491"/>
            <a:ext cx="1152128" cy="7920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2123728" y="2661295"/>
            <a:ext cx="1152128" cy="7920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?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5599492" y="2204864"/>
            <a:ext cx="2860940" cy="3168352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ctr"/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/>
        </p:nvGraphicFramePr>
        <p:xfrm>
          <a:off x="6319572" y="2610184"/>
          <a:ext cx="1764000" cy="247500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418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r>
                        <a:rPr lang="es-ES" sz="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/>
                      <a:endParaRPr lang="es-ES" sz="8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14 Rectángulo"/>
          <p:cNvSpPr/>
          <p:nvPr/>
        </p:nvSpPr>
        <p:spPr>
          <a:xfrm>
            <a:off x="5887524" y="2627387"/>
            <a:ext cx="2179290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5887524" y="3510533"/>
            <a:ext cx="2179290" cy="9021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j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6823628" y="3563491"/>
            <a:ext cx="1152128" cy="7920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</a:p>
        </p:txBody>
      </p:sp>
      <p:sp>
        <p:nvSpPr>
          <p:cNvPr id="18" name="17 Rectángulo"/>
          <p:cNvSpPr/>
          <p:nvPr/>
        </p:nvSpPr>
        <p:spPr>
          <a:xfrm>
            <a:off x="6823628" y="2661295"/>
            <a:ext cx="1152128" cy="7920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33</a:t>
            </a:r>
          </a:p>
        </p:txBody>
      </p:sp>
      <p:sp>
        <p:nvSpPr>
          <p:cNvPr id="19" name="18 CuadroTexto"/>
          <p:cNvSpPr txBox="1"/>
          <p:nvPr/>
        </p:nvSpPr>
        <p:spPr>
          <a:xfrm>
            <a:off x="3923928" y="2987660"/>
            <a:ext cx="1451039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23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+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*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5</a:t>
            </a:r>
          </a:p>
        </p:txBody>
      </p:sp>
      <p:cxnSp>
        <p:nvCxnSpPr>
          <p:cNvPr id="20" name="19 Conector recto de flecha"/>
          <p:cNvCxnSpPr/>
          <p:nvPr/>
        </p:nvCxnSpPr>
        <p:spPr>
          <a:xfrm rot="5400000" flipH="1" flipV="1">
            <a:off x="4398325" y="3654946"/>
            <a:ext cx="59590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/>
          <p:nvPr/>
        </p:nvCxnSpPr>
        <p:spPr>
          <a:xfrm>
            <a:off x="3116982" y="3942581"/>
            <a:ext cx="1584176" cy="1588"/>
          </a:xfrm>
          <a:prstGeom prst="straightConnector1">
            <a:avLst/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>
            <a:off x="3895353" y="2924944"/>
            <a:ext cx="1584176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93710"/>
      </p:ext>
    </p:extLst>
  </p:cSld>
  <p:clrMapOvr>
    <a:masterClrMapping/>
  </p:clrMapOvr>
  <p:transition spd="med"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dirty="0"/>
              <a:t>Ejemplo: Intercambio de valores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Necesitamos una variable auxiliar</a:t>
            </a:r>
          </a:p>
          <a:p>
            <a:pPr lvl="1" indent="1588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dirty="0">
                <a:latin typeface="Consolas" pitchFamily="49" charset="0"/>
              </a:rPr>
              <a:t> a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3.45</a:t>
            </a:r>
            <a:r>
              <a:rPr lang="es-ES" dirty="0">
                <a:latin typeface="Consolas" pitchFamily="49" charset="0"/>
              </a:rPr>
              <a:t>, b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127.5</a:t>
            </a:r>
            <a:r>
              <a:rPr lang="es-ES" dirty="0">
                <a:latin typeface="Consolas" pitchFamily="49" charset="0"/>
              </a:rPr>
              <a:t>, aux;</a:t>
            </a:r>
          </a:p>
          <a:p>
            <a:pPr marL="3589338" lvl="1" indent="1588">
              <a:spcBef>
                <a:spcPts val="1800"/>
              </a:spcBef>
              <a:spcAft>
                <a:spcPts val="600"/>
              </a:spcAft>
              <a:buNone/>
            </a:pPr>
            <a:endParaRPr lang="es-ES" sz="1800" dirty="0">
              <a:latin typeface="Consolas" pitchFamily="49" charset="0"/>
            </a:endParaRPr>
          </a:p>
          <a:p>
            <a:pPr marL="3589338" lvl="1" indent="1588">
              <a:spcBef>
                <a:spcPts val="1200"/>
              </a:spcBef>
              <a:spcAft>
                <a:spcPts val="600"/>
              </a:spcAft>
              <a:buNone/>
            </a:pPr>
            <a:endParaRPr lang="es-ES" sz="1800" dirty="0">
              <a:latin typeface="Consolas" pitchFamily="49" charset="0"/>
            </a:endParaRPr>
          </a:p>
          <a:p>
            <a:pPr marL="3589338" lvl="1" indent="1588">
              <a:spcBef>
                <a:spcPts val="0"/>
              </a:spcBef>
              <a:buNone/>
            </a:pPr>
            <a:endParaRPr lang="es-ES" sz="1800" dirty="0">
              <a:latin typeface="Consolas" pitchFamily="49" charset="0"/>
            </a:endParaRPr>
          </a:p>
          <a:p>
            <a:pPr marL="3589338" lvl="1" indent="1588"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latin typeface="Consolas" pitchFamily="49" charset="0"/>
            </a:endParaRPr>
          </a:p>
          <a:p>
            <a:pPr marL="3589338" lvl="1" indent="1588">
              <a:spcBef>
                <a:spcPts val="1200"/>
              </a:spcBef>
              <a:spcAft>
                <a:spcPts val="1800"/>
              </a:spcAft>
              <a:buNone/>
            </a:pPr>
            <a:endParaRPr lang="es-ES" sz="1800" dirty="0">
              <a:latin typeface="Consolas" pitchFamily="49" charset="0"/>
            </a:endParaRPr>
          </a:p>
          <a:p>
            <a:pPr marL="3589338" lvl="1" indent="1588">
              <a:spcBef>
                <a:spcPts val="1200"/>
              </a:spcBef>
              <a:spcAft>
                <a:spcPts val="600"/>
              </a:spcAft>
              <a:buNone/>
            </a:pPr>
            <a:endParaRPr lang="es-ES" sz="1800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/>
        </p:nvGraphicFramePr>
        <p:xfrm>
          <a:off x="1043608" y="2468513"/>
          <a:ext cx="1512168" cy="100584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3.45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127.5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aux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22 Tabla"/>
          <p:cNvGraphicFramePr>
            <a:graphicFrameLocks noGrp="1"/>
          </p:cNvGraphicFramePr>
          <p:nvPr/>
        </p:nvGraphicFramePr>
        <p:xfrm>
          <a:off x="5818954" y="2468513"/>
          <a:ext cx="1512168" cy="100584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3.45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127.5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aux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3.45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" name="23 Tabla"/>
          <p:cNvGraphicFramePr>
            <a:graphicFrameLocks noGrp="1"/>
          </p:cNvGraphicFramePr>
          <p:nvPr/>
        </p:nvGraphicFramePr>
        <p:xfrm>
          <a:off x="5818954" y="3692649"/>
          <a:ext cx="1512168" cy="100584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127.5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127.5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aux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3.45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24 Tabla"/>
          <p:cNvGraphicFramePr>
            <a:graphicFrameLocks noGrp="1"/>
          </p:cNvGraphicFramePr>
          <p:nvPr/>
        </p:nvGraphicFramePr>
        <p:xfrm>
          <a:off x="5818954" y="4916785"/>
          <a:ext cx="1512168" cy="100584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594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127.5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b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3.45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aux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3.45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25 Arco"/>
          <p:cNvSpPr/>
          <p:nvPr/>
        </p:nvSpPr>
        <p:spPr>
          <a:xfrm>
            <a:off x="6827066" y="2612529"/>
            <a:ext cx="1080120" cy="648072"/>
          </a:xfrm>
          <a:prstGeom prst="arc">
            <a:avLst>
              <a:gd name="adj1" fmla="val 16200000"/>
              <a:gd name="adj2" fmla="val 5419885"/>
            </a:avLst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26 Arco"/>
          <p:cNvSpPr/>
          <p:nvPr/>
        </p:nvSpPr>
        <p:spPr>
          <a:xfrm flipV="1">
            <a:off x="6827066" y="3836665"/>
            <a:ext cx="1080120" cy="360040"/>
          </a:xfrm>
          <a:prstGeom prst="arc">
            <a:avLst>
              <a:gd name="adj1" fmla="val 16200000"/>
              <a:gd name="adj2" fmla="val 5419885"/>
            </a:avLst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27 Arco"/>
          <p:cNvSpPr/>
          <p:nvPr/>
        </p:nvSpPr>
        <p:spPr>
          <a:xfrm flipV="1">
            <a:off x="6827066" y="5348833"/>
            <a:ext cx="1080120" cy="360040"/>
          </a:xfrm>
          <a:prstGeom prst="arc">
            <a:avLst>
              <a:gd name="adj1" fmla="val 16200000"/>
              <a:gd name="adj2" fmla="val 5419885"/>
            </a:avLst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Rectángulo"/>
          <p:cNvSpPr/>
          <p:nvPr/>
        </p:nvSpPr>
        <p:spPr>
          <a:xfrm>
            <a:off x="4067944" y="2741047"/>
            <a:ext cx="142859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aux = a;</a:t>
            </a:r>
            <a:endParaRPr lang="es-E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4067944" y="3965183"/>
            <a:ext cx="111761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a = b;</a:t>
            </a:r>
            <a:endParaRPr lang="es-E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4067944" y="5189319"/>
            <a:ext cx="142859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b = aux;</a:t>
            </a:r>
            <a:endParaRPr lang="es-E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" name="19 Grupo"/>
          <p:cNvGrpSpPr/>
          <p:nvPr/>
        </p:nvGrpSpPr>
        <p:grpSpPr>
          <a:xfrm>
            <a:off x="1638722" y="2348880"/>
            <a:ext cx="5679107" cy="3312368"/>
            <a:chOff x="1638722" y="2661295"/>
            <a:chExt cx="5679107" cy="3312368"/>
          </a:xfrm>
        </p:grpSpPr>
        <p:sp>
          <p:nvSpPr>
            <p:cNvPr id="16" name="15 Elipse"/>
            <p:cNvSpPr/>
            <p:nvPr/>
          </p:nvSpPr>
          <p:spPr>
            <a:xfrm>
              <a:off x="1638722" y="2661295"/>
              <a:ext cx="898004" cy="864096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16 Elipse"/>
            <p:cNvSpPr/>
            <p:nvPr/>
          </p:nvSpPr>
          <p:spPr>
            <a:xfrm>
              <a:off x="6419825" y="5109567"/>
              <a:ext cx="898004" cy="864096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9" name="18 Conector recto"/>
            <p:cNvCxnSpPr>
              <a:stCxn id="16" idx="5"/>
              <a:endCxn id="17" idx="1"/>
            </p:cNvCxnSpPr>
            <p:nvPr/>
          </p:nvCxnSpPr>
          <p:spPr>
            <a:xfrm>
              <a:off x="2405216" y="3398847"/>
              <a:ext cx="4146119" cy="1837264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126027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6" grpId="0" animBg="1"/>
      <p:bldP spid="27" grpId="0" animBg="1"/>
      <p:bldP spid="28" grpId="0" animBg="1"/>
      <p:bldP spid="13" grpId="0"/>
      <p:bldP spid="14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727880" y="3044280"/>
            <a:ext cx="3688317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Identificadores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77716344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Identificadores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Para variables y constantes con nombre</a:t>
            </a:r>
          </a:p>
          <a:p>
            <a:pPr lvl="2" indent="-265113">
              <a:spcBef>
                <a:spcPts val="0"/>
              </a:spcBef>
              <a:spcAft>
                <a:spcPts val="600"/>
              </a:spcAft>
            </a:pPr>
            <a:r>
              <a:rPr lang="es-ES" sz="2200" i="1" dirty="0"/>
              <a:t>Nombre</a:t>
            </a:r>
            <a:r>
              <a:rPr lang="es-ES" sz="2200" dirty="0"/>
              <a:t> de un dato (para accederlo/modificarlo)</a:t>
            </a:r>
          </a:p>
          <a:p>
            <a:pPr lvl="2" indent="-265113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Deben ser descriptivos</a:t>
            </a:r>
          </a:p>
          <a:p>
            <a:pPr lvl="1" indent="1588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/>
              <a:t>Sintaxis: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36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pSp>
        <p:nvGrpSpPr>
          <p:cNvPr id="42" name="41 Grupo"/>
          <p:cNvGrpSpPr/>
          <p:nvPr/>
        </p:nvGrpSpPr>
        <p:grpSpPr>
          <a:xfrm>
            <a:off x="4305628" y="3335613"/>
            <a:ext cx="3074684" cy="904525"/>
            <a:chOff x="3297516" y="4127701"/>
            <a:chExt cx="3074684" cy="904525"/>
          </a:xfrm>
        </p:grpSpPr>
        <p:cxnSp>
          <p:nvCxnSpPr>
            <p:cNvPr id="22" name="21 Conector recto"/>
            <p:cNvCxnSpPr/>
            <p:nvPr/>
          </p:nvCxnSpPr>
          <p:spPr>
            <a:xfrm flipV="1">
              <a:off x="6372200" y="4127701"/>
              <a:ext cx="0" cy="650401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22 Conector recto"/>
            <p:cNvCxnSpPr/>
            <p:nvPr/>
          </p:nvCxnSpPr>
          <p:spPr>
            <a:xfrm>
              <a:off x="3297516" y="4778102"/>
              <a:ext cx="307468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23 Conector recto"/>
            <p:cNvCxnSpPr/>
            <p:nvPr/>
          </p:nvCxnSpPr>
          <p:spPr>
            <a:xfrm flipV="1">
              <a:off x="3311805" y="4127701"/>
              <a:ext cx="0" cy="650401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27 Elipse"/>
            <p:cNvSpPr/>
            <p:nvPr/>
          </p:nvSpPr>
          <p:spPr>
            <a:xfrm>
              <a:off x="3635896" y="4528170"/>
              <a:ext cx="2448272" cy="50405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0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..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9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,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..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z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,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..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Z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,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_</a:t>
              </a:r>
            </a:p>
          </p:txBody>
        </p:sp>
      </p:grpSp>
      <p:grpSp>
        <p:nvGrpSpPr>
          <p:cNvPr id="32" name="31 Grupo"/>
          <p:cNvGrpSpPr/>
          <p:nvPr/>
        </p:nvGrpSpPr>
        <p:grpSpPr>
          <a:xfrm>
            <a:off x="1403648" y="3068960"/>
            <a:ext cx="6624736" cy="504056"/>
            <a:chOff x="2699792" y="3861048"/>
            <a:chExt cx="5832648" cy="504056"/>
          </a:xfrm>
        </p:grpSpPr>
        <p:cxnSp>
          <p:nvCxnSpPr>
            <p:cNvPr id="21" name="20 Conector recto de flecha"/>
            <p:cNvCxnSpPr/>
            <p:nvPr/>
          </p:nvCxnSpPr>
          <p:spPr>
            <a:xfrm>
              <a:off x="4572000" y="4111087"/>
              <a:ext cx="3960440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26 Elipse"/>
            <p:cNvSpPr/>
            <p:nvPr/>
          </p:nvSpPr>
          <p:spPr>
            <a:xfrm>
              <a:off x="3419872" y="3861048"/>
              <a:ext cx="1440160" cy="50405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..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z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,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..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Z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, </a:t>
              </a: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_</a:t>
              </a:r>
            </a:p>
          </p:txBody>
        </p:sp>
        <p:cxnSp>
          <p:nvCxnSpPr>
            <p:cNvPr id="33" name="32 Conector recto de flecha"/>
            <p:cNvCxnSpPr/>
            <p:nvPr/>
          </p:nvCxnSpPr>
          <p:spPr>
            <a:xfrm>
              <a:off x="2699792" y="4107061"/>
              <a:ext cx="720080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5 Grupo"/>
          <p:cNvGrpSpPr/>
          <p:nvPr/>
        </p:nvGrpSpPr>
        <p:grpSpPr>
          <a:xfrm>
            <a:off x="2555776" y="5805264"/>
            <a:ext cx="4032448" cy="432048"/>
            <a:chOff x="899592" y="5401791"/>
            <a:chExt cx="3950154" cy="4320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18 CuadroTexto"/>
            <p:cNvSpPr txBox="1"/>
            <p:nvPr/>
          </p:nvSpPr>
          <p:spPr>
            <a:xfrm>
              <a:off x="899592" y="5416649"/>
              <a:ext cx="3950154" cy="41719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¡Ni eñes ni vocales acentuadas!</a:t>
              </a:r>
            </a:p>
          </p:txBody>
        </p:sp>
        <p:pic>
          <p:nvPicPr>
            <p:cNvPr id="20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6" name="25 Rectángulo"/>
          <p:cNvSpPr/>
          <p:nvPr/>
        </p:nvSpPr>
        <p:spPr>
          <a:xfrm>
            <a:off x="5693140" y="332656"/>
            <a:ext cx="30553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Symbol"/>
              </a:rPr>
              <a:t></a:t>
            </a:r>
            <a:r>
              <a:rPr lang="es-E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palabras reservadas</a:t>
            </a:r>
            <a:endParaRPr lang="es-ES" sz="2400" dirty="0"/>
          </a:p>
        </p:txBody>
      </p:sp>
      <p:sp>
        <p:nvSpPr>
          <p:cNvPr id="29" name="28 CuadroTexto"/>
          <p:cNvSpPr txBox="1"/>
          <p:nvPr/>
        </p:nvSpPr>
        <p:spPr>
          <a:xfrm>
            <a:off x="692780" y="4581128"/>
            <a:ext cx="7943200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cantidad  precio  total  base  altura  </a:t>
            </a:r>
            <a:r>
              <a:rPr lang="es-E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area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numerador</a:t>
            </a:r>
          </a:p>
        </p:txBody>
      </p:sp>
    </p:spTree>
    <p:extLst>
      <p:ext uri="{BB962C8B-B14F-4D97-AF65-F5344CB8AC3E}">
        <p14:creationId xmlns:p14="http://schemas.microsoft.com/office/powerpoint/2010/main" val="103272273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Identificadores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sz="3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Palabras reservadas en varios lenguajes</a:t>
            </a:r>
          </a:p>
          <a:p>
            <a:pPr lvl="1" indent="1588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auto  bool  break  case  catch  char  class  const  continue  default  delete  do  double  else  enum  explicit  extern  false  float  for  friend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goto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if  inline  int  long  namespace  new  operator  private  protected  public  register  internal return  short  signed  sizeof  static  struct  switch  template  this  throw  true  try  typedef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typename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  union  unsigned  using  virtual  void  volatile  while</a:t>
            </a:r>
            <a:endParaRPr lang="es-ES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</p:spTree>
    <p:extLst>
      <p:ext uri="{BB962C8B-B14F-4D97-AF65-F5344CB8AC3E}">
        <p14:creationId xmlns:p14="http://schemas.microsoft.com/office/powerpoint/2010/main" val="1392187307"/>
      </p:ext>
    </p:extLst>
  </p:cSld>
  <p:clrMapOvr>
    <a:masterClrMapping/>
  </p:clrMapOvr>
  <p:transition spd="med"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Identificadores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800"/>
              </a:spcAft>
              <a:tabLst>
                <a:tab pos="7981950" algn="r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¿Qué identificadores son válidos?</a:t>
            </a:r>
          </a:p>
          <a:p>
            <a:pPr marL="361950">
              <a:spcBef>
                <a:spcPts val="0"/>
              </a:spcBef>
              <a:spcAft>
                <a:spcPts val="2400"/>
              </a:spcAft>
              <a:tabLst>
                <a:tab pos="3771900" algn="l"/>
                <a:tab pos="7981950" algn="r"/>
              </a:tabLst>
            </a:pPr>
            <a:r>
              <a:rPr lang="es-ES" sz="2000" i="0" dirty="0">
                <a:latin typeface="Consolas" pitchFamily="49" charset="0"/>
              </a:rPr>
              <a:t>balance	</a:t>
            </a:r>
            <a:r>
              <a:rPr lang="es-ES" sz="2000" i="0" dirty="0" err="1">
                <a:latin typeface="Consolas" pitchFamily="49" charset="0"/>
              </a:rPr>
              <a:t>interesAnual</a:t>
            </a:r>
            <a:endParaRPr lang="es-ES" sz="2000" i="0" dirty="0">
              <a:latin typeface="Consolas" pitchFamily="49" charset="0"/>
            </a:endParaRPr>
          </a:p>
          <a:p>
            <a:pPr marL="361950">
              <a:spcBef>
                <a:spcPts val="0"/>
              </a:spcBef>
              <a:spcAft>
                <a:spcPts val="2400"/>
              </a:spcAft>
              <a:tabLst>
                <a:tab pos="3771900" algn="l"/>
                <a:tab pos="7981950" algn="r"/>
              </a:tabLst>
            </a:pPr>
            <a:r>
              <a:rPr lang="es-ES" sz="2000" i="0" dirty="0">
                <a:latin typeface="Consolas" pitchFamily="49" charset="0"/>
              </a:rPr>
              <a:t>_</a:t>
            </a:r>
            <a:r>
              <a:rPr lang="es-ES" sz="2000" i="0" dirty="0" err="1">
                <a:latin typeface="Consolas" pitchFamily="49" charset="0"/>
              </a:rPr>
              <a:t>base_imponible</a:t>
            </a:r>
            <a:r>
              <a:rPr lang="es-ES" sz="2000" i="0" dirty="0">
                <a:latin typeface="Consolas" pitchFamily="49" charset="0"/>
              </a:rPr>
              <a:t>	años</a:t>
            </a:r>
          </a:p>
          <a:p>
            <a:pPr marL="361950">
              <a:spcBef>
                <a:spcPts val="0"/>
              </a:spcBef>
              <a:spcAft>
                <a:spcPts val="2400"/>
              </a:spcAft>
              <a:tabLst>
                <a:tab pos="3771900" algn="l"/>
                <a:tab pos="7981950" algn="r"/>
              </a:tabLst>
            </a:pPr>
            <a:r>
              <a:rPr lang="es-ES" sz="2000" i="0" dirty="0">
                <a:latin typeface="Consolas" pitchFamily="49" charset="0"/>
              </a:rPr>
              <a:t>EDAD12	salario_1_mes</a:t>
            </a:r>
          </a:p>
          <a:p>
            <a:pPr marL="361950">
              <a:spcBef>
                <a:spcPts val="0"/>
              </a:spcBef>
              <a:spcAft>
                <a:spcPts val="2400"/>
              </a:spcAft>
              <a:tabLst>
                <a:tab pos="3771900" algn="l"/>
                <a:tab pos="7981950" algn="r"/>
              </a:tabLst>
            </a:pPr>
            <a:r>
              <a:rPr lang="es-ES" sz="2000" i="0" dirty="0">
                <a:latin typeface="Consolas" pitchFamily="49" charset="0"/>
              </a:rPr>
              <a:t>__edad	</a:t>
            </a:r>
            <a:r>
              <a:rPr lang="es-ES" sz="2000" i="0" dirty="0" err="1">
                <a:latin typeface="Consolas" pitchFamily="49" charset="0"/>
              </a:rPr>
              <a:t>cálculoNómina</a:t>
            </a:r>
            <a:endParaRPr lang="es-ES" sz="2000" i="0" dirty="0">
              <a:latin typeface="Consolas" pitchFamily="49" charset="0"/>
            </a:endParaRPr>
          </a:p>
          <a:p>
            <a:pPr marL="361950">
              <a:spcBef>
                <a:spcPts val="0"/>
              </a:spcBef>
              <a:spcAft>
                <a:spcPts val="2400"/>
              </a:spcAft>
              <a:tabLst>
                <a:tab pos="3771900" algn="l"/>
                <a:tab pos="7981950" algn="r"/>
              </a:tabLst>
            </a:pPr>
            <a:r>
              <a:rPr lang="es-ES" sz="2000" i="0" dirty="0">
                <a:latin typeface="Consolas" pitchFamily="49" charset="0"/>
              </a:rPr>
              <a:t>valor%100	</a:t>
            </a:r>
            <a:r>
              <a:rPr lang="es-ES" sz="2000" i="0" dirty="0" err="1">
                <a:latin typeface="Consolas" pitchFamily="49" charset="0"/>
              </a:rPr>
              <a:t>AlgunValor</a:t>
            </a:r>
            <a:endParaRPr lang="es-ES" sz="2000" i="0" dirty="0">
              <a:latin typeface="Consolas" pitchFamily="49" charset="0"/>
            </a:endParaRPr>
          </a:p>
          <a:p>
            <a:pPr marL="361950">
              <a:spcBef>
                <a:spcPts val="0"/>
              </a:spcBef>
              <a:spcAft>
                <a:spcPts val="2400"/>
              </a:spcAft>
              <a:tabLst>
                <a:tab pos="3771900" algn="l"/>
                <a:tab pos="7981950" algn="r"/>
              </a:tabLst>
            </a:pPr>
            <a:r>
              <a:rPr lang="es-ES" sz="2000" i="0" dirty="0">
                <a:latin typeface="Consolas" pitchFamily="49" charset="0"/>
              </a:rPr>
              <a:t>100caracteres	valor?</a:t>
            </a:r>
          </a:p>
          <a:p>
            <a:pPr marL="361950">
              <a:spcBef>
                <a:spcPts val="0"/>
              </a:spcBef>
              <a:spcAft>
                <a:spcPts val="2400"/>
              </a:spcAft>
              <a:tabLst>
                <a:tab pos="3771900" algn="l"/>
                <a:tab pos="7981950" algn="r"/>
              </a:tabLst>
            </a:pPr>
            <a:r>
              <a:rPr lang="es-ES" sz="2000" i="0" dirty="0">
                <a:latin typeface="Consolas" pitchFamily="49" charset="0"/>
              </a:rPr>
              <a:t>_12_meses	____valor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2031454" y="1412776"/>
            <a:ext cx="668338" cy="830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</a:t>
            </a:r>
            <a:endParaRPr lang="es-ES" sz="4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5077445" y="1988840"/>
            <a:ext cx="574675" cy="830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</a:t>
            </a:r>
            <a:endParaRPr lang="es-ES" sz="4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6300192" y="3212976"/>
            <a:ext cx="574675" cy="830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</a:t>
            </a:r>
            <a:endParaRPr lang="es-ES" sz="4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2339752" y="3822873"/>
            <a:ext cx="574675" cy="830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</a:t>
            </a:r>
            <a:endParaRPr lang="es-ES" sz="4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2915816" y="4437112"/>
            <a:ext cx="574675" cy="830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</a:t>
            </a:r>
            <a:endParaRPr lang="es-ES" sz="4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5365477" y="4437112"/>
            <a:ext cx="574675" cy="830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</a:t>
            </a:r>
            <a:endParaRPr lang="es-ES" sz="4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6156176" y="1412776"/>
            <a:ext cx="668338" cy="830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</a:t>
            </a:r>
            <a:endParaRPr lang="es-ES" sz="4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3183582" y="2022674"/>
            <a:ext cx="668338" cy="830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</a:t>
            </a:r>
            <a:endParaRPr lang="es-ES" sz="4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1907704" y="2636912"/>
            <a:ext cx="668338" cy="830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</a:t>
            </a:r>
            <a:endParaRPr lang="es-ES" sz="4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1907704" y="3284984"/>
            <a:ext cx="668338" cy="830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</a:t>
            </a:r>
            <a:endParaRPr lang="es-ES" sz="4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6228184" y="2636912"/>
            <a:ext cx="668338" cy="830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</a:t>
            </a:r>
            <a:endParaRPr lang="es-ES" sz="4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5868144" y="3861048"/>
            <a:ext cx="668338" cy="830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</a:t>
            </a:r>
            <a:endParaRPr lang="es-ES" sz="4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2267744" y="5191026"/>
            <a:ext cx="668338" cy="830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</a:t>
            </a:r>
            <a:endParaRPr lang="es-ES" sz="4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5724128" y="5191026"/>
            <a:ext cx="668338" cy="830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sym typeface="Wingdings"/>
              </a:rPr>
              <a:t></a:t>
            </a:r>
            <a:endParaRPr lang="es-ES" sz="4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grpSp>
        <p:nvGrpSpPr>
          <p:cNvPr id="20" name="19 Grupo"/>
          <p:cNvGrpSpPr/>
          <p:nvPr/>
        </p:nvGrpSpPr>
        <p:grpSpPr>
          <a:xfrm>
            <a:off x="4355976" y="260648"/>
            <a:ext cx="4320480" cy="1171178"/>
            <a:chOff x="1948852" y="2996952"/>
            <a:chExt cx="5678344" cy="1171178"/>
          </a:xfrm>
        </p:grpSpPr>
        <p:grpSp>
          <p:nvGrpSpPr>
            <p:cNvPr id="21" name="19 Grupo"/>
            <p:cNvGrpSpPr/>
            <p:nvPr/>
          </p:nvGrpSpPr>
          <p:grpSpPr>
            <a:xfrm>
              <a:off x="4409468" y="3263605"/>
              <a:ext cx="2885406" cy="904525"/>
              <a:chOff x="3329348" y="4127701"/>
              <a:chExt cx="2885406" cy="904525"/>
            </a:xfrm>
          </p:grpSpPr>
          <p:cxnSp>
            <p:nvCxnSpPr>
              <p:cNvPr id="26" name="25 Conector recto"/>
              <p:cNvCxnSpPr/>
              <p:nvPr/>
            </p:nvCxnSpPr>
            <p:spPr>
              <a:xfrm flipV="1">
                <a:off x="6202234" y="4127701"/>
                <a:ext cx="0" cy="650401"/>
              </a:xfrm>
              <a:prstGeom prst="line">
                <a:avLst/>
              </a:prstGeom>
              <a:ln w="28575">
                <a:solidFill>
                  <a:srgbClr val="FFC000"/>
                </a:solidFill>
                <a:headEnd type="none"/>
                <a:tailEnd type="non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26 Conector recto"/>
              <p:cNvCxnSpPr/>
              <p:nvPr/>
            </p:nvCxnSpPr>
            <p:spPr>
              <a:xfrm>
                <a:off x="3329348" y="4778102"/>
                <a:ext cx="2885406" cy="0"/>
              </a:xfrm>
              <a:prstGeom prst="line">
                <a:avLst/>
              </a:prstGeom>
              <a:ln w="28575">
                <a:solidFill>
                  <a:srgbClr val="FFC000"/>
                </a:solidFill>
                <a:tailEnd type="non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27 Conector recto"/>
              <p:cNvCxnSpPr/>
              <p:nvPr/>
            </p:nvCxnSpPr>
            <p:spPr>
              <a:xfrm flipV="1">
                <a:off x="3349362" y="4127701"/>
                <a:ext cx="0" cy="650401"/>
              </a:xfrm>
              <a:prstGeom prst="line">
                <a:avLst/>
              </a:prstGeom>
              <a:ln w="28575">
                <a:solidFill>
                  <a:srgbClr val="FFC000"/>
                </a:solidFill>
                <a:headEnd type="none"/>
                <a:tailEnd type="stealth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28 Elipse"/>
              <p:cNvSpPr/>
              <p:nvPr/>
            </p:nvSpPr>
            <p:spPr>
              <a:xfrm>
                <a:off x="3635896" y="4528170"/>
                <a:ext cx="2248708" cy="504056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0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..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9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, 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a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..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z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, 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A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..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Z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, 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_</a:t>
                </a:r>
              </a:p>
            </p:txBody>
          </p:sp>
        </p:grpSp>
        <p:grpSp>
          <p:nvGrpSpPr>
            <p:cNvPr id="22" name="24 Grupo"/>
            <p:cNvGrpSpPr/>
            <p:nvPr/>
          </p:nvGrpSpPr>
          <p:grpSpPr>
            <a:xfrm>
              <a:off x="1948852" y="2996952"/>
              <a:ext cx="5678344" cy="504056"/>
              <a:chOff x="3116410" y="3861048"/>
              <a:chExt cx="4999412" cy="504056"/>
            </a:xfrm>
          </p:grpSpPr>
          <p:cxnSp>
            <p:nvCxnSpPr>
              <p:cNvPr id="23" name="22 Conector recto de flecha"/>
              <p:cNvCxnSpPr/>
              <p:nvPr/>
            </p:nvCxnSpPr>
            <p:spPr>
              <a:xfrm>
                <a:off x="4572000" y="4111087"/>
                <a:ext cx="3543822" cy="0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stealth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23 Elipse"/>
              <p:cNvSpPr/>
              <p:nvPr/>
            </p:nvSpPr>
            <p:spPr>
              <a:xfrm>
                <a:off x="3419872" y="3861048"/>
                <a:ext cx="1440160" cy="504056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a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..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z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, 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A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..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Z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, </a:t>
                </a:r>
                <a:r>
                  <a:rPr lang="en-US" sz="1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_</a:t>
                </a:r>
              </a:p>
            </p:txBody>
          </p:sp>
          <p:cxnSp>
            <p:nvCxnSpPr>
              <p:cNvPr id="25" name="24 Conector recto de flecha"/>
              <p:cNvCxnSpPr/>
              <p:nvPr/>
            </p:nvCxnSpPr>
            <p:spPr>
              <a:xfrm>
                <a:off x="3116410" y="4107061"/>
                <a:ext cx="303462" cy="0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stealth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193126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2A4B4A2-B177-4453-9890-300A12A4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Identificadores</a:t>
            </a:r>
          </a:p>
        </p:txBody>
      </p:sp>
    </p:spTree>
    <p:extLst>
      <p:ext uri="{BB962C8B-B14F-4D97-AF65-F5344CB8AC3E}">
        <p14:creationId xmlns:p14="http://schemas.microsoft.com/office/powerpoint/2010/main" val="448950290"/>
      </p:ext>
    </p:extLst>
  </p:cSld>
  <p:clrMapOvr>
    <a:masterClrMapping/>
  </p:clrMapOvr>
  <p:transition spd="med"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327508" y="3044280"/>
            <a:ext cx="4489178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Tipos enumerados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enumerados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Autofit/>
          </a:bodyPr>
          <a:lstStyle/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Enumeración del conjunto de valores posibles para las variables:</a:t>
            </a:r>
          </a:p>
          <a:p>
            <a:pPr marL="361950" lvl="1" indent="1588">
              <a:spcBef>
                <a:spcPts val="600"/>
              </a:spcBef>
              <a:spcAft>
                <a:spcPts val="1200"/>
              </a:spcAft>
              <a:buNone/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</a:rPr>
              <a:t>enum</a:t>
            </a:r>
            <a:r>
              <a:rPr lang="es-ES" dirty="0">
                <a:latin typeface="Consolas" pitchFamily="49" charset="0"/>
              </a:rPr>
              <a:t> { </a:t>
            </a:r>
            <a:r>
              <a:rPr lang="es-ES" i="1" dirty="0">
                <a:latin typeface="Consolas" pitchFamily="49" charset="0"/>
              </a:rPr>
              <a:t>símbolo1</a:t>
            </a:r>
            <a:r>
              <a:rPr lang="es-ES" dirty="0">
                <a:latin typeface="Consolas" pitchFamily="49" charset="0"/>
              </a:rPr>
              <a:t>, </a:t>
            </a:r>
            <a:r>
              <a:rPr lang="es-ES" i="1" dirty="0">
                <a:latin typeface="Consolas" pitchFamily="49" charset="0"/>
              </a:rPr>
              <a:t>símbolo2</a:t>
            </a:r>
            <a:r>
              <a:rPr lang="es-ES" dirty="0">
                <a:latin typeface="Consolas" pitchFamily="49" charset="0"/>
              </a:rPr>
              <a:t>, ..., </a:t>
            </a:r>
            <a:r>
              <a:rPr lang="es-ES" i="1" dirty="0" err="1">
                <a:latin typeface="Consolas" pitchFamily="49" charset="0"/>
              </a:rPr>
              <a:t>símboloN</a:t>
            </a:r>
            <a:r>
              <a:rPr lang="es-ES" i="1" dirty="0">
                <a:latin typeface="Consolas" pitchFamily="49" charset="0"/>
              </a:rPr>
              <a:t> </a:t>
            </a:r>
            <a:r>
              <a:rPr lang="es-ES" dirty="0">
                <a:latin typeface="Consolas" pitchFamily="49" charset="0"/>
              </a:rPr>
              <a:t>}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400" dirty="0"/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400" dirty="0"/>
          </a:p>
          <a:p>
            <a:pPr marL="361950" lvl="1" indent="1588">
              <a:spcBef>
                <a:spcPts val="3600"/>
              </a:spcBef>
              <a:buFont typeface="Wingdings" pitchFamily="2" charset="2"/>
              <a:buNone/>
            </a:pPr>
            <a:r>
              <a:rPr lang="es-ES_tradnl" dirty="0">
                <a:solidFill>
                  <a:srgbClr val="FFC000"/>
                </a:solidFill>
                <a:latin typeface="Consolas" pitchFamily="49" charset="0"/>
                <a:cs typeface="Times New Roman" pitchFamily="18" charset="0"/>
              </a:rPr>
              <a:t>enum</a:t>
            </a:r>
            <a:r>
              <a:rPr lang="es-ES_tradnl" dirty="0">
                <a:latin typeface="Consolas" pitchFamily="49" charset="0"/>
                <a:cs typeface="Times New Roman" pitchFamily="18" charset="0"/>
              </a:rPr>
              <a:t> { </a:t>
            </a:r>
            <a:r>
              <a:rPr lang="es-ES_tradnl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centimo</a:t>
            </a:r>
            <a:r>
              <a:rPr lang="es-ES_tradnl" dirty="0"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dos_centimos</a:t>
            </a:r>
            <a:r>
              <a:rPr lang="es-ES_tradnl" dirty="0"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cinco_centimos</a:t>
            </a:r>
            <a:r>
              <a:rPr lang="es-ES_tradnl" dirty="0">
                <a:latin typeface="Consolas" pitchFamily="49" charset="0"/>
                <a:cs typeface="Times New Roman" pitchFamily="18" charset="0"/>
              </a:rPr>
              <a:t>,</a:t>
            </a:r>
            <a:br>
              <a:rPr lang="es-ES_tradnl" dirty="0">
                <a:latin typeface="Consolas" pitchFamily="49" charset="0"/>
                <a:cs typeface="Times New Roman" pitchFamily="18" charset="0"/>
              </a:rPr>
            </a:br>
            <a:r>
              <a:rPr lang="es-ES_tradnl" dirty="0">
                <a:latin typeface="Consolas" pitchFamily="49" charset="0"/>
                <a:cs typeface="Times New Roman" pitchFamily="18" charset="0"/>
              </a:rPr>
              <a:t>       </a:t>
            </a:r>
            <a:r>
              <a:rPr lang="es-ES_tradnl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diez_centimos</a:t>
            </a:r>
            <a:r>
              <a:rPr lang="es-ES_tradnl" dirty="0"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veinte_centimos</a:t>
            </a:r>
            <a:r>
              <a:rPr lang="es-ES_tradnl" dirty="0">
                <a:latin typeface="Consolas" pitchFamily="49" charset="0"/>
                <a:cs typeface="Times New Roman" pitchFamily="18" charset="0"/>
              </a:rPr>
              <a:t>,</a:t>
            </a:r>
            <a:br>
              <a:rPr lang="es-ES_tradnl" dirty="0">
                <a:latin typeface="Consolas" pitchFamily="49" charset="0"/>
                <a:cs typeface="Times New Roman" pitchFamily="18" charset="0"/>
              </a:rPr>
            </a:br>
            <a:r>
              <a:rPr lang="es-ES_tradnl" dirty="0">
                <a:latin typeface="Consolas" pitchFamily="49" charset="0"/>
                <a:cs typeface="Times New Roman" pitchFamily="18" charset="0"/>
              </a:rPr>
              <a:t>       </a:t>
            </a:r>
            <a:r>
              <a:rPr lang="es-ES_tradnl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medio_euro</a:t>
            </a:r>
            <a:r>
              <a:rPr lang="es-ES_tradnl" dirty="0"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dirty="0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euro</a:t>
            </a:r>
            <a:r>
              <a:rPr lang="es-ES_tradnl" dirty="0">
                <a:latin typeface="Consolas" pitchFamily="49" charset="0"/>
                <a:cs typeface="Times New Roman" pitchFamily="18" charset="0"/>
              </a:rPr>
              <a:t> }</a:t>
            </a:r>
            <a:endParaRPr lang="es-ES_tradnl" dirty="0">
              <a:solidFill>
                <a:srgbClr val="92D050"/>
              </a:solidFill>
              <a:latin typeface="Consolas" pitchFamily="49" charset="0"/>
              <a:cs typeface="Times New Roman" pitchFamily="18" charset="0"/>
            </a:endParaRPr>
          </a:p>
          <a:p>
            <a:pPr marL="361950" lvl="1" indent="1588">
              <a:spcBef>
                <a:spcPts val="12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Valores literales que pueden tomar las variables (en amarillo)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grpSp>
        <p:nvGrpSpPr>
          <p:cNvPr id="6" name="16 Grupo"/>
          <p:cNvGrpSpPr/>
          <p:nvPr/>
        </p:nvGrpSpPr>
        <p:grpSpPr>
          <a:xfrm>
            <a:off x="1907704" y="2276872"/>
            <a:ext cx="1728192" cy="360040"/>
            <a:chOff x="1907704" y="2348880"/>
            <a:chExt cx="1728192" cy="360040"/>
          </a:xfrm>
        </p:grpSpPr>
        <p:cxnSp>
          <p:nvCxnSpPr>
            <p:cNvPr id="21" name="20 Conector recto de flecha"/>
            <p:cNvCxnSpPr/>
            <p:nvPr/>
          </p:nvCxnSpPr>
          <p:spPr>
            <a:xfrm>
              <a:off x="1907704" y="2540757"/>
              <a:ext cx="1728192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28 Elipse"/>
            <p:cNvSpPr/>
            <p:nvPr/>
          </p:nvSpPr>
          <p:spPr>
            <a:xfrm>
              <a:off x="2258530" y="2348880"/>
              <a:ext cx="945318" cy="36004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enum</a:t>
              </a:r>
            </a:p>
          </p:txBody>
        </p:sp>
      </p:grpSp>
      <p:grpSp>
        <p:nvGrpSpPr>
          <p:cNvPr id="7" name="18 Grupo"/>
          <p:cNvGrpSpPr/>
          <p:nvPr/>
        </p:nvGrpSpPr>
        <p:grpSpPr>
          <a:xfrm>
            <a:off x="4139953" y="2471922"/>
            <a:ext cx="1728192" cy="707146"/>
            <a:chOff x="4139953" y="2543930"/>
            <a:chExt cx="1728192" cy="707146"/>
          </a:xfrm>
        </p:grpSpPr>
        <p:cxnSp>
          <p:nvCxnSpPr>
            <p:cNvPr id="14" name="13 Conector recto"/>
            <p:cNvCxnSpPr/>
            <p:nvPr/>
          </p:nvCxnSpPr>
          <p:spPr>
            <a:xfrm rot="5400000" flipH="1" flipV="1">
              <a:off x="5595057" y="2807493"/>
              <a:ext cx="527126" cy="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>
              <a:off x="4139953" y="3071056"/>
              <a:ext cx="1728192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22 Conector recto"/>
            <p:cNvCxnSpPr/>
            <p:nvPr/>
          </p:nvCxnSpPr>
          <p:spPr>
            <a:xfrm rot="5400000" flipH="1" flipV="1">
              <a:off x="3885915" y="2807493"/>
              <a:ext cx="527126" cy="0"/>
            </a:xfrm>
            <a:prstGeom prst="line">
              <a:avLst/>
            </a:prstGeom>
            <a:ln w="28575">
              <a:solidFill>
                <a:srgbClr val="FFC000"/>
              </a:solidFill>
              <a:headEnd type="none"/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38 Elipse"/>
            <p:cNvSpPr/>
            <p:nvPr/>
          </p:nvSpPr>
          <p:spPr>
            <a:xfrm>
              <a:off x="4788024" y="2891036"/>
              <a:ext cx="360040" cy="36004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,</a:t>
              </a:r>
            </a:p>
          </p:txBody>
        </p:sp>
      </p:grpSp>
      <p:grpSp>
        <p:nvGrpSpPr>
          <p:cNvPr id="8" name="17 Grupo"/>
          <p:cNvGrpSpPr/>
          <p:nvPr/>
        </p:nvGrpSpPr>
        <p:grpSpPr>
          <a:xfrm>
            <a:off x="3635896" y="2303351"/>
            <a:ext cx="3384376" cy="360040"/>
            <a:chOff x="3635896" y="2375359"/>
            <a:chExt cx="3384376" cy="360040"/>
          </a:xfrm>
        </p:grpSpPr>
        <p:cxnSp>
          <p:nvCxnSpPr>
            <p:cNvPr id="20" name="19 Conector recto de flecha"/>
            <p:cNvCxnSpPr/>
            <p:nvPr/>
          </p:nvCxnSpPr>
          <p:spPr>
            <a:xfrm>
              <a:off x="3851920" y="2548694"/>
              <a:ext cx="219600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25 Elipse"/>
            <p:cNvSpPr/>
            <p:nvPr/>
          </p:nvSpPr>
          <p:spPr>
            <a:xfrm>
              <a:off x="3635896" y="2375359"/>
              <a:ext cx="360040" cy="36004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{</a:t>
              </a:r>
            </a:p>
          </p:txBody>
        </p:sp>
        <p:sp>
          <p:nvSpPr>
            <p:cNvPr id="33" name="32 Rectángulo"/>
            <p:cNvSpPr/>
            <p:nvPr/>
          </p:nvSpPr>
          <p:spPr>
            <a:xfrm>
              <a:off x="4283969" y="2375359"/>
              <a:ext cx="1400072" cy="36004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Identificador</a:t>
              </a:r>
            </a:p>
          </p:txBody>
        </p:sp>
        <p:cxnSp>
          <p:nvCxnSpPr>
            <p:cNvPr id="45" name="44 Conector recto de flecha"/>
            <p:cNvCxnSpPr/>
            <p:nvPr/>
          </p:nvCxnSpPr>
          <p:spPr>
            <a:xfrm>
              <a:off x="6282999" y="2554908"/>
              <a:ext cx="737273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34 Elipse"/>
            <p:cNvSpPr/>
            <p:nvPr/>
          </p:nvSpPr>
          <p:spPr>
            <a:xfrm>
              <a:off x="6084168" y="2375359"/>
              <a:ext cx="360040" cy="36004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}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enumerados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i="1" dirty="0">
              <a:solidFill>
                <a:prstClr val="white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Elegimos un nombre para el tipo: </a:t>
            </a:r>
            <a:r>
              <a:rPr lang="es-ES" dirty="0" err="1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tMoneda</a:t>
            </a:r>
            <a:endParaRPr lang="es-ES" dirty="0">
              <a:solidFill>
                <a:srgbClr val="FFC000"/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ct val="0"/>
              </a:spcBef>
              <a:spcAft>
                <a:spcPts val="12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_tradnl" sz="2000" dirty="0">
                <a:solidFill>
                  <a:srgbClr val="FFC000"/>
                </a:solidFill>
                <a:latin typeface="Consolas" pitchFamily="49" charset="0"/>
                <a:cs typeface="Times New Roman" pitchFamily="18" charset="0"/>
              </a:rPr>
              <a:t>        </a:t>
            </a:r>
            <a:r>
              <a:rPr lang="es-ES_tradnl" sz="2000" dirty="0" err="1">
                <a:solidFill>
                  <a:srgbClr val="FFC000"/>
                </a:solidFill>
                <a:latin typeface="Consolas" pitchFamily="49" charset="0"/>
                <a:cs typeface="Times New Roman" pitchFamily="18" charset="0"/>
              </a:rPr>
              <a:t>enum</a:t>
            </a:r>
            <a: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 { </a:t>
            </a:r>
            <a:r>
              <a:rPr lang="es-ES_tradnl" sz="20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centimo</a:t>
            </a:r>
            <a: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sz="20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dos_centimos</a:t>
            </a:r>
            <a: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sz="20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cinco_centimos</a:t>
            </a:r>
            <a: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,</a:t>
            </a:r>
            <a:b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</a:br>
            <a: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               </a:t>
            </a:r>
            <a:r>
              <a:rPr lang="es-ES_tradnl" sz="20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diez_centimos</a:t>
            </a:r>
            <a: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sz="20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veinte_centimos</a:t>
            </a:r>
            <a: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,</a:t>
            </a:r>
            <a:b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</a:br>
            <a: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               </a:t>
            </a:r>
            <a:r>
              <a:rPr lang="es-ES_tradnl" sz="20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medio_euro</a:t>
            </a:r>
            <a: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, </a:t>
            </a:r>
            <a:r>
              <a:rPr lang="es-ES_tradnl" sz="2000" dirty="0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euro</a:t>
            </a:r>
            <a: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 } </a:t>
            </a:r>
            <a:r>
              <a:rPr lang="es-ES_tradnl" sz="2000" dirty="0" err="1">
                <a:solidFill>
                  <a:srgbClr val="FFC000"/>
                </a:solidFill>
                <a:latin typeface="Consolas" pitchFamily="49" charset="0"/>
                <a:cs typeface="Times New Roman" pitchFamily="18" charset="0"/>
              </a:rPr>
              <a:t>tMoneda</a:t>
            </a:r>
            <a:r>
              <a:rPr lang="es-ES_tradnl" sz="2000" dirty="0">
                <a:solidFill>
                  <a:prstClr val="white"/>
                </a:solidFill>
                <a:latin typeface="Consolas" pitchFamily="49" charset="0"/>
                <a:cs typeface="Times New Roman" pitchFamily="18" charset="0"/>
              </a:rPr>
              <a:t>;</a:t>
            </a:r>
            <a:endParaRPr lang="es-ES_tradnl" sz="2000" dirty="0">
              <a:solidFill>
                <a:srgbClr val="92D050"/>
              </a:solidFill>
              <a:latin typeface="Consolas" pitchFamily="49" charset="0"/>
              <a:cs typeface="Times New Roman" pitchFamily="18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II</a:t>
            </a:r>
          </a:p>
        </p:txBody>
      </p:sp>
      <p:sp>
        <p:nvSpPr>
          <p:cNvPr id="42" name="41 Rectángulo"/>
          <p:cNvSpPr/>
          <p:nvPr/>
        </p:nvSpPr>
        <p:spPr>
          <a:xfrm>
            <a:off x="818058" y="3212976"/>
            <a:ext cx="7930405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spc="-30" dirty="0">
                <a:latin typeface="Cambria" pitchFamily="18" charset="0"/>
              </a:rPr>
              <a:t>En el ámbito de la declaración, se reconoce un nuevo tipo </a:t>
            </a:r>
            <a:r>
              <a:rPr lang="es-ES" sz="2200" spc="-30" dirty="0" err="1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tMoneda</a:t>
            </a:r>
            <a:endParaRPr lang="es-ES" sz="2200" spc="-30" dirty="0">
              <a:latin typeface="Cambria" pitchFamily="18" charset="0"/>
            </a:endParaRP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_tradnl" sz="2200" dirty="0" err="1">
                <a:solidFill>
                  <a:srgbClr val="FFC000"/>
                </a:solidFill>
                <a:latin typeface="Consolas" pitchFamily="49" charset="0"/>
                <a:cs typeface="Times New Roman" pitchFamily="18" charset="0"/>
              </a:rPr>
              <a:t>tMoneda</a:t>
            </a:r>
            <a:r>
              <a:rPr lang="es-ES_tradnl" sz="2200" dirty="0">
                <a:latin typeface="Consolas" pitchFamily="49" charset="0"/>
                <a:cs typeface="Times New Roman" pitchFamily="18" charset="0"/>
              </a:rPr>
              <a:t> moneda1, moneda2;</a:t>
            </a:r>
            <a:endParaRPr lang="es-ES" sz="2200" dirty="0">
              <a:latin typeface="Cambria" pitchFamily="18" charset="0"/>
            </a:endParaRP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>
                <a:latin typeface="Cambria" pitchFamily="18" charset="0"/>
              </a:rPr>
              <a:t>Cada variable de ese tipo contendrá alguno de los símbolos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_tradnl" sz="2200" dirty="0">
                <a:latin typeface="Consolas" pitchFamily="49" charset="0"/>
                <a:cs typeface="Times New Roman" pitchFamily="18" charset="0"/>
              </a:rPr>
              <a:t>moneda1 = </a:t>
            </a:r>
            <a:r>
              <a:rPr lang="es-ES_tradnl" sz="2200" dirty="0" err="1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dos_centimos</a:t>
            </a:r>
            <a:r>
              <a:rPr lang="es-ES_tradnl" sz="2200" dirty="0">
                <a:latin typeface="Consolas" pitchFamily="49" charset="0"/>
                <a:cs typeface="Times New Roman" pitchFamily="18" charset="0"/>
              </a:rPr>
              <a:t>;</a:t>
            </a:r>
            <a:br>
              <a:rPr lang="es-ES_tradnl" sz="2200" dirty="0">
                <a:latin typeface="Consolas" pitchFamily="49" charset="0"/>
                <a:cs typeface="Times New Roman" pitchFamily="18" charset="0"/>
              </a:rPr>
            </a:br>
            <a:r>
              <a:rPr lang="es-ES_tradnl" sz="2200" dirty="0">
                <a:latin typeface="Consolas" pitchFamily="49" charset="0"/>
                <a:cs typeface="Times New Roman" pitchFamily="18" charset="0"/>
              </a:rPr>
              <a:t>moneda2 = </a:t>
            </a:r>
            <a:r>
              <a:rPr lang="es-ES_tradnl" sz="2200" dirty="0">
                <a:solidFill>
                  <a:srgbClr val="FFFF00"/>
                </a:solidFill>
                <a:latin typeface="Consolas" pitchFamily="49" charset="0"/>
                <a:cs typeface="Times New Roman" pitchFamily="18" charset="0"/>
              </a:rPr>
              <a:t>euro</a:t>
            </a:r>
            <a:r>
              <a:rPr lang="es-ES_tradnl" sz="2200" dirty="0">
                <a:latin typeface="Consolas" pitchFamily="49" charset="0"/>
                <a:cs typeface="Times New Roman" pitchFamily="18" charset="0"/>
              </a:rPr>
              <a:t>;</a:t>
            </a:r>
          </a:p>
        </p:txBody>
      </p:sp>
      <p:grpSp>
        <p:nvGrpSpPr>
          <p:cNvPr id="6" name="34 Grupo"/>
          <p:cNvGrpSpPr/>
          <p:nvPr/>
        </p:nvGrpSpPr>
        <p:grpSpPr>
          <a:xfrm>
            <a:off x="4859616" y="5085184"/>
            <a:ext cx="3240776" cy="913459"/>
            <a:chOff x="2721303" y="4941167"/>
            <a:chExt cx="3240776" cy="913459"/>
          </a:xfrm>
        </p:grpSpPr>
        <p:grpSp>
          <p:nvGrpSpPr>
            <p:cNvPr id="7" name="42 Grupo"/>
            <p:cNvGrpSpPr/>
            <p:nvPr/>
          </p:nvGrpSpPr>
          <p:grpSpPr>
            <a:xfrm>
              <a:off x="2721303" y="4941167"/>
              <a:ext cx="3240776" cy="400111"/>
              <a:chOff x="3974048" y="2392313"/>
              <a:chExt cx="1030001" cy="700197"/>
            </a:xfrm>
          </p:grpSpPr>
          <p:sp>
            <p:nvSpPr>
              <p:cNvPr id="44" name="43 CuadroTexto"/>
              <p:cNvSpPr txBox="1"/>
              <p:nvPr/>
            </p:nvSpPr>
            <p:spPr>
              <a:xfrm>
                <a:off x="3974048" y="2392313"/>
                <a:ext cx="372528" cy="70019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s-ES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moneda1</a:t>
                </a:r>
                <a:endPara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46" name="45 CuadroTexto"/>
              <p:cNvSpPr txBox="1"/>
              <p:nvPr/>
            </p:nvSpPr>
            <p:spPr>
              <a:xfrm>
                <a:off x="4355977" y="2392315"/>
                <a:ext cx="648072" cy="700195"/>
              </a:xfrm>
              <a:prstGeom prst="rect">
                <a:avLst/>
              </a:prstGeom>
              <a:ln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s-ES" sz="2000" dirty="0" err="1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dos_centimos</a:t>
                </a:r>
                <a:endPara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8" name="46 Grupo"/>
            <p:cNvGrpSpPr/>
            <p:nvPr/>
          </p:nvGrpSpPr>
          <p:grpSpPr>
            <a:xfrm>
              <a:off x="2721303" y="5454515"/>
              <a:ext cx="3240776" cy="400111"/>
              <a:chOff x="3974048" y="2392313"/>
              <a:chExt cx="1030001" cy="700197"/>
            </a:xfrm>
          </p:grpSpPr>
          <p:sp>
            <p:nvSpPr>
              <p:cNvPr id="48" name="47 CuadroTexto"/>
              <p:cNvSpPr txBox="1"/>
              <p:nvPr/>
            </p:nvSpPr>
            <p:spPr>
              <a:xfrm>
                <a:off x="3974048" y="2392313"/>
                <a:ext cx="372528" cy="70019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s-ES" sz="2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moneda2</a:t>
                </a:r>
                <a:endPara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49" name="48 CuadroTexto"/>
              <p:cNvSpPr txBox="1"/>
              <p:nvPr/>
            </p:nvSpPr>
            <p:spPr>
              <a:xfrm>
                <a:off x="4355977" y="2392315"/>
                <a:ext cx="648072" cy="700195"/>
              </a:xfrm>
              <a:prstGeom prst="rect">
                <a:avLst/>
              </a:prstGeom>
              <a:ln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s-ES" sz="20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euro</a:t>
                </a:r>
                <a:endParaRPr lang="es-ES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9" name="32 Grupo"/>
          <p:cNvGrpSpPr/>
          <p:nvPr/>
        </p:nvGrpSpPr>
        <p:grpSpPr>
          <a:xfrm>
            <a:off x="1979712" y="1518692"/>
            <a:ext cx="6707088" cy="1406252"/>
            <a:chOff x="1979712" y="1590700"/>
            <a:chExt cx="6707088" cy="1406252"/>
          </a:xfrm>
        </p:grpSpPr>
        <p:cxnSp>
          <p:nvCxnSpPr>
            <p:cNvPr id="18" name="17 Conector recto"/>
            <p:cNvCxnSpPr/>
            <p:nvPr/>
          </p:nvCxnSpPr>
          <p:spPr>
            <a:xfrm>
              <a:off x="1989237" y="1979315"/>
              <a:ext cx="0" cy="1017637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>
              <a:off x="7452320" y="2339355"/>
              <a:ext cx="0" cy="32400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"/>
            <p:cNvCxnSpPr/>
            <p:nvPr/>
          </p:nvCxnSpPr>
          <p:spPr>
            <a:xfrm>
              <a:off x="8470776" y="1979315"/>
              <a:ext cx="0" cy="36004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29 Conector recto"/>
            <p:cNvCxnSpPr/>
            <p:nvPr/>
          </p:nvCxnSpPr>
          <p:spPr>
            <a:xfrm>
              <a:off x="1979712" y="1979315"/>
              <a:ext cx="6500589" cy="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33 Conector recto"/>
            <p:cNvCxnSpPr/>
            <p:nvPr/>
          </p:nvCxnSpPr>
          <p:spPr>
            <a:xfrm>
              <a:off x="7452320" y="2339355"/>
              <a:ext cx="1018456" cy="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35 Conector recto"/>
            <p:cNvCxnSpPr/>
            <p:nvPr/>
          </p:nvCxnSpPr>
          <p:spPr>
            <a:xfrm>
              <a:off x="1979712" y="2987427"/>
              <a:ext cx="3600400" cy="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39 CuadroTexto"/>
            <p:cNvSpPr txBox="1"/>
            <p:nvPr/>
          </p:nvSpPr>
          <p:spPr>
            <a:xfrm>
              <a:off x="7030616" y="1590700"/>
              <a:ext cx="1656184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descripción</a:t>
              </a:r>
              <a:endParaRPr lang="es-E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  <p:cxnSp>
          <p:nvCxnSpPr>
            <p:cNvPr id="29" name="28 Conector recto"/>
            <p:cNvCxnSpPr/>
            <p:nvPr/>
          </p:nvCxnSpPr>
          <p:spPr>
            <a:xfrm>
              <a:off x="5580112" y="2655962"/>
              <a:ext cx="0" cy="32400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30 Conector recto"/>
            <p:cNvCxnSpPr/>
            <p:nvPr/>
          </p:nvCxnSpPr>
          <p:spPr>
            <a:xfrm>
              <a:off x="5580112" y="2655962"/>
              <a:ext cx="1872208" cy="0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51 CuadroTexto"/>
          <p:cNvSpPr txBox="1"/>
          <p:nvPr/>
        </p:nvSpPr>
        <p:spPr>
          <a:xfrm>
            <a:off x="5689152" y="332656"/>
            <a:ext cx="3031151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Mejoran la legibilidad</a:t>
            </a:r>
          </a:p>
        </p:txBody>
      </p:sp>
      <p:sp>
        <p:nvSpPr>
          <p:cNvPr id="53" name="52 CuadroTexto"/>
          <p:cNvSpPr txBox="1"/>
          <p:nvPr/>
        </p:nvSpPr>
        <p:spPr>
          <a:xfrm>
            <a:off x="799362" y="5767164"/>
            <a:ext cx="3628622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(Internamente se usan enteros)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2" grpId="0" uiExpand="1" build="p" bldLvl="2"/>
      <p:bldP spid="52" grpId="0"/>
      <p:bldP spid="5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454014" y="3044280"/>
            <a:ext cx="6236003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Cálculos en los programas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18813834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Cálculos en los programas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Operadores aritméticos</a:t>
            </a:r>
          </a:p>
          <a:p>
            <a:pPr marL="361950" lvl="1" indent="1588" defTabSz="714375">
              <a:spcBef>
                <a:spcPts val="0"/>
              </a:spcBef>
              <a:buNone/>
              <a:tabLst>
                <a:tab pos="895350" algn="l"/>
              </a:tabLst>
            </a:pPr>
            <a:r>
              <a:rPr lang="es-ES" dirty="0">
                <a:latin typeface="Consolas" pitchFamily="49" charset="0"/>
                <a:cs typeface="Consolas" pitchFamily="49" charset="0"/>
              </a:rPr>
              <a:t>+</a:t>
            </a:r>
            <a:r>
              <a:rPr lang="es-ES" dirty="0"/>
              <a:t>	Suma</a:t>
            </a:r>
          </a:p>
          <a:p>
            <a:pPr marL="361950" lvl="1" indent="1588" defTabSz="714375">
              <a:spcBef>
                <a:spcPts val="0"/>
              </a:spcBef>
              <a:buNone/>
              <a:tabLst>
                <a:tab pos="895350" algn="l"/>
              </a:tabLst>
            </a:pPr>
            <a:r>
              <a:rPr lang="es-ES" dirty="0">
                <a:latin typeface="Consolas" pitchFamily="49" charset="0"/>
                <a:cs typeface="Consolas" pitchFamily="49" charset="0"/>
              </a:rPr>
              <a:t>-</a:t>
            </a:r>
            <a:r>
              <a:rPr lang="es-ES" dirty="0"/>
              <a:t>	Resta</a:t>
            </a:r>
          </a:p>
          <a:p>
            <a:pPr marL="361950" lvl="1" indent="1588" defTabSz="714375">
              <a:spcBef>
                <a:spcPts val="0"/>
              </a:spcBef>
              <a:buNone/>
              <a:tabLst>
                <a:tab pos="895350" algn="l"/>
              </a:tabLst>
            </a:pPr>
            <a:r>
              <a:rPr lang="es-ES" dirty="0">
                <a:latin typeface="Consolas" pitchFamily="49" charset="0"/>
                <a:cs typeface="Consolas" pitchFamily="49" charset="0"/>
              </a:rPr>
              <a:t>*</a:t>
            </a:r>
            <a:r>
              <a:rPr lang="es-ES" dirty="0"/>
              <a:t>	Multiplicación</a:t>
            </a:r>
          </a:p>
          <a:p>
            <a:pPr marL="361950" lvl="1" indent="1588" defTabSz="714375">
              <a:spcBef>
                <a:spcPts val="0"/>
              </a:spcBef>
              <a:spcAft>
                <a:spcPts val="600"/>
              </a:spcAft>
              <a:buNone/>
              <a:tabLst>
                <a:tab pos="895350" algn="l"/>
              </a:tabLst>
            </a:pPr>
            <a:r>
              <a:rPr lang="es-ES" dirty="0">
                <a:latin typeface="Consolas" pitchFamily="49" charset="0"/>
                <a:cs typeface="Consolas" pitchFamily="49" charset="0"/>
              </a:rPr>
              <a:t>/</a:t>
            </a:r>
            <a:r>
              <a:rPr lang="es-ES" dirty="0"/>
              <a:t>	División</a:t>
            </a:r>
          </a:p>
          <a:p>
            <a:pPr marL="361950" lvl="1" indent="1588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C000"/>
                </a:solidFill>
              </a:rPr>
              <a:t>Operadores binarios</a:t>
            </a:r>
            <a:endParaRPr lang="es-ES" dirty="0"/>
          </a:p>
          <a:p>
            <a:pPr marL="361950" lvl="1" indent="1588">
              <a:spcBef>
                <a:spcPts val="0"/>
              </a:spcBef>
              <a:spcAft>
                <a:spcPts val="1800"/>
              </a:spcAft>
              <a:buNone/>
            </a:pPr>
            <a:r>
              <a:rPr lang="es-ES" i="1" dirty="0" err="1">
                <a:latin typeface="Consolas" pitchFamily="49" charset="0"/>
                <a:cs typeface="Consolas" pitchFamily="49" charset="0"/>
              </a:rPr>
              <a:t>operando_izquierdo</a:t>
            </a:r>
            <a:r>
              <a:rPr lang="es-ES" i="1" dirty="0">
                <a:latin typeface="Consolas" pitchFamily="49" charset="0"/>
                <a:cs typeface="Consolas" pitchFamily="49" charset="0"/>
              </a:rPr>
              <a:t>   operador   </a:t>
            </a:r>
            <a:r>
              <a:rPr lang="es-ES" i="1" dirty="0" err="1">
                <a:latin typeface="Consolas" pitchFamily="49" charset="0"/>
                <a:cs typeface="Consolas" pitchFamily="49" charset="0"/>
              </a:rPr>
              <a:t>operando_derecho</a:t>
            </a:r>
            <a:endParaRPr lang="es-ES" i="1" dirty="0">
              <a:latin typeface="Consolas" pitchFamily="49" charset="0"/>
              <a:cs typeface="Consolas" pitchFamily="49" charset="0"/>
            </a:endParaRPr>
          </a:p>
          <a:p>
            <a:pPr marL="1074738" lvl="1" indent="1588">
              <a:spcBef>
                <a:spcPts val="0"/>
              </a:spcBef>
              <a:spcAft>
                <a:spcPts val="600"/>
              </a:spcAft>
              <a:buNone/>
              <a:tabLst>
                <a:tab pos="3228975" algn="l"/>
              </a:tabLst>
            </a:pPr>
            <a:r>
              <a:rPr lang="es-ES" dirty="0">
                <a:cs typeface="Consolas" pitchFamily="49" charset="0"/>
              </a:rPr>
              <a:t>Operación	Resultado</a:t>
            </a:r>
          </a:p>
          <a:p>
            <a:pPr marL="1074738" lvl="1" indent="1588">
              <a:spcBef>
                <a:spcPts val="0"/>
              </a:spcBef>
              <a:spcAft>
                <a:spcPts val="300"/>
              </a:spcAft>
              <a:buNone/>
              <a:tabLst>
                <a:tab pos="3228975" algn="l"/>
              </a:tabLst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dirty="0">
                <a:latin typeface="Consolas" pitchFamily="49" charset="0"/>
              </a:rPr>
              <a:t> +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dirty="0">
                <a:latin typeface="Consolas" pitchFamily="49" charset="0"/>
              </a:rPr>
              <a:t>	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7</a:t>
            </a:r>
          </a:p>
          <a:p>
            <a:pPr marL="1074738" lvl="1" indent="1588">
              <a:spcBef>
                <a:spcPts val="0"/>
              </a:spcBef>
              <a:spcAft>
                <a:spcPts val="300"/>
              </a:spcAft>
              <a:buNone/>
              <a:tabLst>
                <a:tab pos="3228975" algn="l"/>
              </a:tabLst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2.56</a:t>
            </a:r>
            <a:r>
              <a:rPr lang="es-ES" dirty="0">
                <a:latin typeface="Consolas" pitchFamily="49" charset="0"/>
              </a:rPr>
              <a:t> -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	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-0.44</a:t>
            </a:r>
          </a:p>
          <a:p>
            <a:pPr marL="1074738" lvl="1" indent="1588">
              <a:spcBef>
                <a:spcPts val="0"/>
              </a:spcBef>
              <a:spcAft>
                <a:spcPts val="300"/>
              </a:spcAft>
              <a:buNone/>
              <a:tabLst>
                <a:tab pos="3228975" algn="l"/>
              </a:tabLst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143</a:t>
            </a:r>
            <a:r>
              <a:rPr lang="es-ES" dirty="0">
                <a:latin typeface="Consolas" pitchFamily="49" charset="0"/>
              </a:rPr>
              <a:t> *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2	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286</a:t>
            </a:r>
          </a:p>
          <a:p>
            <a:pPr marL="1074738" lvl="1" indent="1588">
              <a:spcBef>
                <a:spcPts val="0"/>
              </a:spcBef>
              <a:spcAft>
                <a:spcPts val="300"/>
              </a:spcAft>
              <a:buNone/>
              <a:tabLst>
                <a:tab pos="3228975" algn="l"/>
              </a:tabLst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45.45</a:t>
            </a:r>
            <a:r>
              <a:rPr lang="es-ES" dirty="0">
                <a:latin typeface="Consolas" pitchFamily="49" charset="0"/>
              </a:rPr>
              <a:t> /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	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15.15</a:t>
            </a:r>
            <a:endParaRPr lang="es-ES" dirty="0">
              <a:solidFill>
                <a:srgbClr val="FFFF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</p:spTree>
    <p:extLst>
      <p:ext uri="{BB962C8B-B14F-4D97-AF65-F5344CB8AC3E}">
        <p14:creationId xmlns:p14="http://schemas.microsoft.com/office/powerpoint/2010/main" val="95314690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Cálculos en los programas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Números literales (concretos)</a:t>
            </a:r>
          </a:p>
          <a:p>
            <a:pPr marL="714375" lvl="1" indent="-35083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Enteros: sin parte decimal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Signo negativo (opcional) + secuencia de dígitos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   143   -12   67321   -1234</a:t>
            </a:r>
            <a:endParaRPr lang="es-ES" dirty="0"/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marL="714375" lvl="1" indent="0">
              <a:spcBef>
                <a:spcPts val="0"/>
              </a:spcBef>
              <a:buNone/>
            </a:pPr>
            <a:endParaRPr lang="es-ES" dirty="0"/>
          </a:p>
          <a:p>
            <a:pPr marL="714375" lvl="1" indent="-35083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Reales: con parte decimal</a:t>
            </a:r>
          </a:p>
          <a:p>
            <a:pPr marL="714375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Signo negativo (opcional) + secuencia de dígitos </a:t>
            </a:r>
            <a:br>
              <a:rPr lang="es-ES" dirty="0"/>
            </a:br>
            <a:r>
              <a:rPr lang="es-ES" dirty="0"/>
              <a:t>+ punto decimal + secuencia de dígitos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3.1416  357.0  -1.333  2345.6789  -404.1</a:t>
            </a: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pSp>
        <p:nvGrpSpPr>
          <p:cNvPr id="22" name="21 Grupo"/>
          <p:cNvGrpSpPr/>
          <p:nvPr/>
        </p:nvGrpSpPr>
        <p:grpSpPr>
          <a:xfrm>
            <a:off x="1331640" y="5589240"/>
            <a:ext cx="6383356" cy="461665"/>
            <a:chOff x="1331640" y="5589240"/>
            <a:chExt cx="6383356" cy="461665"/>
          </a:xfrm>
        </p:grpSpPr>
        <p:sp>
          <p:nvSpPr>
            <p:cNvPr id="6" name="5 CuadroTexto"/>
            <p:cNvSpPr txBox="1"/>
            <p:nvPr/>
          </p:nvSpPr>
          <p:spPr>
            <a:xfrm>
              <a:off x="1691680" y="5589240"/>
              <a:ext cx="6023316" cy="46166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Punto decimal (</a:t>
              </a:r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3</a:t>
              </a:r>
              <a:r>
                <a:rPr lang="es-ES" sz="24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.</a:t>
              </a:r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1416</a:t>
              </a:r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), NO coma (</a:t>
              </a:r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3,1416</a:t>
              </a:r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)</a:t>
              </a:r>
            </a:p>
          </p:txBody>
        </p:sp>
        <p:pic>
          <p:nvPicPr>
            <p:cNvPr id="7" name="Picture 2" descr="D:\Docencia\Fundamentos de programación\CV\crystal_project\intl\round-icons\flag-gb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331640" y="5661248"/>
              <a:ext cx="292100" cy="2921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9 CuadroTexto"/>
          <p:cNvSpPr txBox="1"/>
          <p:nvPr/>
        </p:nvSpPr>
        <p:spPr>
          <a:xfrm>
            <a:off x="4499992" y="2924944"/>
            <a:ext cx="4101637" cy="461665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 se usan puntos de millares</a:t>
            </a:r>
          </a:p>
        </p:txBody>
      </p:sp>
      <p:grpSp>
        <p:nvGrpSpPr>
          <p:cNvPr id="21" name="20 Grupo"/>
          <p:cNvGrpSpPr/>
          <p:nvPr/>
        </p:nvGrpSpPr>
        <p:grpSpPr>
          <a:xfrm>
            <a:off x="6441045" y="5680298"/>
            <a:ext cx="1152128" cy="360040"/>
            <a:chOff x="7092280" y="5301208"/>
            <a:chExt cx="1152128" cy="360040"/>
          </a:xfrm>
        </p:grpSpPr>
        <p:cxnSp>
          <p:nvCxnSpPr>
            <p:cNvPr id="12" name="11 Conector recto"/>
            <p:cNvCxnSpPr/>
            <p:nvPr/>
          </p:nvCxnSpPr>
          <p:spPr>
            <a:xfrm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flipV="1"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622028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Cálculos en los programas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¿División entera o división real?</a:t>
            </a: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Ambos operandos enteros  </a:t>
            </a:r>
            <a:r>
              <a:rPr lang="es-ES" dirty="0">
                <a:sym typeface="Wingdings" pitchFamily="2" charset="2"/>
              </a:rPr>
              <a:t> División entera</a:t>
            </a:r>
          </a:p>
          <a:p>
            <a:pPr marL="361950" lvl="1" indent="1588">
              <a:spcBef>
                <a:spcPts val="0"/>
              </a:spcBef>
              <a:spcAft>
                <a:spcPts val="1800"/>
              </a:spcAft>
              <a:buNone/>
            </a:pPr>
            <a:r>
              <a:rPr lang="es-ES" dirty="0">
                <a:sym typeface="Wingdings" pitchFamily="2" charset="2"/>
              </a:rPr>
              <a:t>Algún operando real  División real</a:t>
            </a:r>
            <a:endParaRPr lang="es-ES" dirty="0"/>
          </a:p>
          <a:p>
            <a:pPr marL="1076325" lvl="1" indent="1588">
              <a:spcBef>
                <a:spcPts val="0"/>
              </a:spcBef>
              <a:spcAft>
                <a:spcPts val="600"/>
              </a:spcAft>
              <a:buNone/>
              <a:tabLst>
                <a:tab pos="3590925" algn="l"/>
              </a:tabLst>
            </a:pPr>
            <a:r>
              <a:rPr lang="es-ES" dirty="0"/>
              <a:t>División	Resultado</a:t>
            </a:r>
          </a:p>
          <a:p>
            <a:pPr marL="1076325" lvl="1" indent="1588">
              <a:spcBef>
                <a:spcPts val="0"/>
              </a:spcBef>
              <a:spcAft>
                <a:spcPts val="600"/>
              </a:spcAft>
              <a:buNone/>
              <a:tabLst>
                <a:tab pos="3590925" algn="l"/>
              </a:tabLst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500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 /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	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166</a:t>
            </a:r>
          </a:p>
          <a:p>
            <a:pPr marL="1076325" lvl="1" indent="1588">
              <a:spcBef>
                <a:spcPts val="0"/>
              </a:spcBef>
              <a:spcAft>
                <a:spcPts val="600"/>
              </a:spcAft>
              <a:buNone/>
              <a:tabLst>
                <a:tab pos="3590925" algn="l"/>
              </a:tabLst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500.0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 /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	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166.667</a:t>
            </a:r>
          </a:p>
          <a:p>
            <a:pPr marL="1076325" lvl="1" indent="1588">
              <a:spcBef>
                <a:spcPts val="0"/>
              </a:spcBef>
              <a:spcAft>
                <a:spcPts val="600"/>
              </a:spcAft>
              <a:buNone/>
              <a:tabLst>
                <a:tab pos="3590925" algn="l"/>
              </a:tabLst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500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 /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3.0	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166.667</a:t>
            </a:r>
          </a:p>
          <a:p>
            <a:pPr marL="1076325" lvl="1" indent="1588">
              <a:spcBef>
                <a:spcPts val="0"/>
              </a:spcBef>
              <a:spcAft>
                <a:spcPts val="600"/>
              </a:spcAft>
              <a:buNone/>
              <a:tabLst>
                <a:tab pos="3590925" algn="l"/>
              </a:tabLst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500.0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 /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3.0	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166.667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43795" y="5013176"/>
            <a:ext cx="7544629" cy="430887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Comprueba siempre que el tipo de división sea el que quieres</a:t>
            </a:r>
          </a:p>
        </p:txBody>
      </p:sp>
    </p:spTree>
    <p:extLst>
      <p:ext uri="{BB962C8B-B14F-4D97-AF65-F5344CB8AC3E}">
        <p14:creationId xmlns:p14="http://schemas.microsoft.com/office/powerpoint/2010/main" val="210368630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083437" y="3044280"/>
            <a:ext cx="2977162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Expresiones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Expresiones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Expresiones</a:t>
            </a: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Secuencias de operandos y operadores</a:t>
            </a:r>
          </a:p>
          <a:p>
            <a:pPr marL="361950"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i="1" dirty="0">
                <a:latin typeface="Consolas" pitchFamily="49" charset="0"/>
                <a:cs typeface="Consolas" pitchFamily="49" charset="0"/>
              </a:rPr>
              <a:t>operando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 </a:t>
            </a:r>
            <a:r>
              <a:rPr lang="es-ES" i="1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operador</a:t>
            </a:r>
            <a:r>
              <a:rPr lang="es-ES" i="1" dirty="0">
                <a:latin typeface="Consolas" pitchFamily="49" charset="0"/>
                <a:cs typeface="Consolas" pitchFamily="49" charset="0"/>
              </a:rPr>
              <a:t> operando </a:t>
            </a:r>
            <a:r>
              <a:rPr lang="es-ES" i="1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operador</a:t>
            </a:r>
            <a:r>
              <a:rPr lang="es-ES" i="1" dirty="0">
                <a:latin typeface="Consolas" pitchFamily="49" charset="0"/>
                <a:cs typeface="Consolas" pitchFamily="49" charset="0"/>
              </a:rPr>
              <a:t> operando ...</a:t>
            </a: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total = cantidad * precio *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1.18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  <a:endParaRPr lang="es-ES" dirty="0">
              <a:solidFill>
                <a:srgbClr val="92D050"/>
              </a:solidFill>
              <a:latin typeface="Consolas" pitchFamily="49" charset="0"/>
              <a:cs typeface="Consolas" pitchFamily="49" charset="0"/>
            </a:endParaRPr>
          </a:p>
          <a:p>
            <a:pPr marL="361950" lvl="1" indent="1588">
              <a:spcBef>
                <a:spcPts val="4800"/>
              </a:spcBef>
              <a:spcAft>
                <a:spcPts val="1800"/>
              </a:spcAft>
              <a:buNone/>
            </a:pPr>
            <a:r>
              <a:rPr lang="es-ES" dirty="0"/>
              <a:t>A igual prioridad se evalúan de izquierda a derecha</a:t>
            </a: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Paréntesis para forzar ciertas operaciones</a:t>
            </a: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  <a:cs typeface="Consolas" pitchFamily="49" charset="0"/>
              </a:rPr>
              <a:t>total = cantidad1 + cantidad2 * precio;</a:t>
            </a:r>
            <a:endParaRPr lang="es-ES" dirty="0">
              <a:solidFill>
                <a:srgbClr val="92D050"/>
              </a:solidFill>
              <a:latin typeface="Consolas" pitchFamily="49" charset="0"/>
              <a:cs typeface="Consolas" pitchFamily="49" charset="0"/>
            </a:endParaRP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  <a:cs typeface="Consolas" pitchFamily="49" charset="0"/>
              </a:rPr>
              <a:t>total = (cantidad1 + cantidad2) * precio;</a:t>
            </a:r>
            <a:endParaRPr lang="es-ES" dirty="0">
              <a:solidFill>
                <a:srgbClr val="92D050"/>
              </a:solidFill>
              <a:latin typeface="Consolas" pitchFamily="49" charset="0"/>
              <a:cs typeface="Consolas" pitchFamily="49" charset="0"/>
            </a:endParaRPr>
          </a:p>
          <a:p>
            <a:pPr marL="361950" lvl="1" indent="1588">
              <a:spcBef>
                <a:spcPts val="1800"/>
              </a:spcBef>
              <a:spcAft>
                <a:spcPts val="600"/>
              </a:spcAft>
              <a:buNone/>
            </a:pPr>
            <a:r>
              <a:rPr lang="es-ES" dirty="0">
                <a:sym typeface="Wingdings" pitchFamily="2" charset="2"/>
              </a:rPr>
              <a:t>Unos operadores se evalúan antes que otros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pSp>
        <p:nvGrpSpPr>
          <p:cNvPr id="6" name="5 Grupo"/>
          <p:cNvGrpSpPr/>
          <p:nvPr/>
        </p:nvGrpSpPr>
        <p:grpSpPr>
          <a:xfrm>
            <a:off x="2051720" y="2507754"/>
            <a:ext cx="3816424" cy="946671"/>
            <a:chOff x="2377852" y="3207643"/>
            <a:chExt cx="3816424" cy="946671"/>
          </a:xfrm>
        </p:grpSpPr>
        <p:sp>
          <p:nvSpPr>
            <p:cNvPr id="7" name="6 Rectángulo"/>
            <p:cNvSpPr/>
            <p:nvPr/>
          </p:nvSpPr>
          <p:spPr>
            <a:xfrm>
              <a:off x="2377852" y="3207643"/>
              <a:ext cx="3816424" cy="360040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9" name="8 Conector recto"/>
            <p:cNvCxnSpPr/>
            <p:nvPr/>
          </p:nvCxnSpPr>
          <p:spPr>
            <a:xfrm flipV="1">
              <a:off x="4437509" y="3567683"/>
              <a:ext cx="0" cy="216024"/>
            </a:xfrm>
            <a:prstGeom prst="line">
              <a:avLst/>
            </a:prstGeom>
            <a:ln w="19050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9 CuadroTexto"/>
            <p:cNvSpPr txBox="1"/>
            <p:nvPr/>
          </p:nvSpPr>
          <p:spPr>
            <a:xfrm>
              <a:off x="3686555" y="3692649"/>
              <a:ext cx="1507464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Expresión</a:t>
              </a:r>
            </a:p>
          </p:txBody>
        </p:sp>
      </p:grpSp>
      <p:sp>
        <p:nvSpPr>
          <p:cNvPr id="11" name="10 CuadroTexto"/>
          <p:cNvSpPr txBox="1"/>
          <p:nvPr/>
        </p:nvSpPr>
        <p:spPr>
          <a:xfrm>
            <a:off x="7966386" y="4531767"/>
            <a:ext cx="494046" cy="76944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4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Symbol"/>
              </a:rPr>
              <a:t></a:t>
            </a:r>
            <a:endParaRPr lang="es-ES" sz="44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35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1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Expresiones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Precedencia de los operadores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  <a:cs typeface="Consolas" pitchFamily="49" charset="0"/>
              </a:rPr>
              <a:t>cantidad1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10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buNone/>
            </a:pPr>
            <a:r>
              <a:rPr lang="es-ES" dirty="0">
                <a:latin typeface="Consolas" pitchFamily="49" charset="0"/>
                <a:cs typeface="Consolas" pitchFamily="49" charset="0"/>
              </a:rPr>
              <a:t>cantidad2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  <a:cs typeface="Consolas" pitchFamily="49" charset="0"/>
              </a:rPr>
              <a:t>precio =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40.0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marL="361950" lvl="1" indent="1588" defTabSz="1743075">
              <a:spcBef>
                <a:spcPts val="1800"/>
              </a:spcBef>
              <a:spcAft>
                <a:spcPts val="3000"/>
              </a:spcAft>
              <a:buNone/>
              <a:tabLst>
                <a:tab pos="1524000" algn="l"/>
                <a:tab pos="5019675" algn="l"/>
              </a:tabLst>
            </a:pPr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*</a:t>
            </a:r>
            <a:r>
              <a:rPr lang="es-ES" dirty="0">
                <a:sym typeface="Wingdings" pitchFamily="2" charset="2"/>
              </a:rPr>
              <a:t> y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/</a:t>
            </a:r>
            <a:r>
              <a:rPr lang="es-ES" dirty="0">
                <a:latin typeface="Consolas" pitchFamily="49" charset="0"/>
                <a:cs typeface="Consolas" pitchFamily="49" charset="0"/>
                <a:sym typeface="Wingdings" pitchFamily="2" charset="2"/>
              </a:rPr>
              <a:t>	</a:t>
            </a:r>
            <a:r>
              <a:rPr lang="es-ES" dirty="0">
                <a:sym typeface="Wingdings" pitchFamily="2" charset="2"/>
              </a:rPr>
              <a:t>se evalúan antes que	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+</a:t>
            </a:r>
            <a:r>
              <a:rPr lang="es-ES" dirty="0">
                <a:sym typeface="Wingdings" pitchFamily="2" charset="2"/>
              </a:rPr>
              <a:t> y </a:t>
            </a:r>
            <a:r>
              <a:rPr lang="es-ES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-</a:t>
            </a:r>
            <a:endParaRPr lang="es-ES" dirty="0">
              <a:solidFill>
                <a:srgbClr val="FFC000"/>
              </a:solidFill>
            </a:endParaRP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  <a:cs typeface="Consolas" pitchFamily="49" charset="0"/>
              </a:rPr>
              <a:t>total = cantidad1 + cantidad2 * precio;</a:t>
            </a:r>
            <a:endParaRPr lang="es-ES" dirty="0">
              <a:solidFill>
                <a:srgbClr val="92D050"/>
              </a:solidFill>
              <a:latin typeface="Consolas" pitchFamily="49" charset="0"/>
              <a:cs typeface="Consolas" pitchFamily="49" charset="0"/>
            </a:endParaRP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  <a:tabLst>
                <a:tab pos="2333625" algn="l"/>
                <a:tab pos="2867025" algn="l"/>
              </a:tabLst>
            </a:pPr>
            <a:r>
              <a:rPr lang="es-ES" dirty="0">
                <a:latin typeface="Consolas" pitchFamily="49" charset="0"/>
                <a:cs typeface="Consolas" pitchFamily="49" charset="0"/>
              </a:rPr>
              <a:t>*</a:t>
            </a:r>
            <a:r>
              <a:rPr lang="es-ES" dirty="0"/>
              <a:t> antes que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+</a:t>
            </a:r>
            <a:r>
              <a:rPr lang="es-ES" dirty="0"/>
              <a:t>	</a:t>
            </a:r>
            <a:r>
              <a:rPr lang="es-ES" dirty="0">
                <a:sym typeface="Wingdings" pitchFamily="2" charset="2"/>
              </a:rPr>
              <a:t>	10 + 2 </a:t>
            </a:r>
            <a:r>
              <a:rPr lang="es-ES" dirty="0">
                <a:solidFill>
                  <a:srgbClr val="FFC000"/>
                </a:solidFill>
                <a:sym typeface="Wingdings" pitchFamily="2" charset="2"/>
              </a:rPr>
              <a:t>*</a:t>
            </a:r>
            <a:r>
              <a:rPr lang="es-ES" dirty="0">
                <a:sym typeface="Wingdings" pitchFamily="2" charset="2"/>
              </a:rPr>
              <a:t> 40,0  10 </a:t>
            </a:r>
            <a:r>
              <a:rPr lang="es-ES" dirty="0">
                <a:solidFill>
                  <a:srgbClr val="FFC000"/>
                </a:solidFill>
                <a:sym typeface="Wingdings" pitchFamily="2" charset="2"/>
              </a:rPr>
              <a:t>+</a:t>
            </a:r>
            <a:r>
              <a:rPr lang="es-ES" dirty="0">
                <a:sym typeface="Wingdings" pitchFamily="2" charset="2"/>
              </a:rPr>
              <a:t> 80,0  </a:t>
            </a:r>
            <a:r>
              <a:rPr lang="es-ES" dirty="0">
                <a:solidFill>
                  <a:srgbClr val="FFC000"/>
                </a:solidFill>
                <a:sym typeface="Wingdings" pitchFamily="2" charset="2"/>
              </a:rPr>
              <a:t>90,0</a:t>
            </a:r>
            <a:endParaRPr lang="es-ES" dirty="0">
              <a:solidFill>
                <a:srgbClr val="FFC000"/>
              </a:solidFill>
            </a:endParaRPr>
          </a:p>
          <a:p>
            <a:pPr marL="361950" lvl="1" indent="1588">
              <a:spcBef>
                <a:spcPts val="180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  <a:cs typeface="Consolas" pitchFamily="49" charset="0"/>
              </a:rPr>
              <a:t>total = (cantidad1 + cantidad2) * precio;</a:t>
            </a:r>
            <a:endParaRPr lang="es-ES" dirty="0">
              <a:solidFill>
                <a:srgbClr val="92D050"/>
              </a:solidFill>
              <a:latin typeface="Consolas" pitchFamily="49" charset="0"/>
              <a:cs typeface="Consolas" pitchFamily="49" charset="0"/>
            </a:endParaRPr>
          </a:p>
          <a:p>
            <a:pPr marL="361950" lvl="1" indent="1588">
              <a:spcBef>
                <a:spcPts val="0"/>
              </a:spcBef>
              <a:spcAft>
                <a:spcPts val="600"/>
              </a:spcAft>
              <a:buNone/>
              <a:tabLst>
                <a:tab pos="2333625" algn="l"/>
                <a:tab pos="2867025" algn="l"/>
              </a:tabLst>
            </a:pPr>
            <a:r>
              <a:rPr lang="es-ES" dirty="0">
                <a:latin typeface="Consolas" pitchFamily="49" charset="0"/>
                <a:cs typeface="Consolas" pitchFamily="49" charset="0"/>
              </a:rPr>
              <a:t>+</a:t>
            </a:r>
            <a:r>
              <a:rPr lang="es-ES" dirty="0"/>
              <a:t> antes que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*	</a:t>
            </a:r>
            <a:r>
              <a:rPr lang="es-ES" dirty="0">
                <a:sym typeface="Wingdings" pitchFamily="2" charset="2"/>
              </a:rPr>
              <a:t>	(10 </a:t>
            </a:r>
            <a:r>
              <a:rPr lang="es-ES" dirty="0">
                <a:solidFill>
                  <a:srgbClr val="FFC000"/>
                </a:solidFill>
                <a:sym typeface="Wingdings" pitchFamily="2" charset="2"/>
              </a:rPr>
              <a:t>+</a:t>
            </a:r>
            <a:r>
              <a:rPr lang="es-ES" dirty="0">
                <a:sym typeface="Wingdings" pitchFamily="2" charset="2"/>
              </a:rPr>
              <a:t> 2) * 40,0  12 </a:t>
            </a:r>
            <a:r>
              <a:rPr lang="es-ES" dirty="0">
                <a:solidFill>
                  <a:srgbClr val="FFC000"/>
                </a:solidFill>
                <a:sym typeface="Wingdings" pitchFamily="2" charset="2"/>
              </a:rPr>
              <a:t>*</a:t>
            </a:r>
            <a:r>
              <a:rPr lang="es-ES" dirty="0">
                <a:sym typeface="Wingdings" pitchFamily="2" charset="2"/>
              </a:rPr>
              <a:t> 40,0  </a:t>
            </a:r>
            <a:r>
              <a:rPr lang="es-ES" dirty="0">
                <a:solidFill>
                  <a:srgbClr val="FFC000"/>
                </a:solidFill>
                <a:sym typeface="Wingdings" pitchFamily="2" charset="2"/>
              </a:rPr>
              <a:t>480,0</a:t>
            </a:r>
            <a:endParaRPr lang="es-ES" dirty="0">
              <a:solidFill>
                <a:srgbClr val="FFC00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9 Tabla"/>
          <p:cNvGraphicFramePr>
            <a:graphicFrameLocks noGrp="1"/>
          </p:cNvGraphicFramePr>
          <p:nvPr/>
        </p:nvGraphicFramePr>
        <p:xfrm>
          <a:off x="7245821" y="1052736"/>
          <a:ext cx="1425262" cy="310348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425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6304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2"/>
                          </a:solidFill>
                          <a:latin typeface="+mj-lt"/>
                        </a:rPr>
                        <a:t>Memoria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672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630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 y expresiones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Ejemplo de uso de variables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s-ES" sz="2000" dirty="0">
              <a:solidFill>
                <a:schemeClr val="tx1">
                  <a:lumMod val="50000"/>
                </a:schemeClr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cantidad;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precio, total;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aphicFrame>
        <p:nvGraphicFramePr>
          <p:cNvPr id="9" name="8 Tabla"/>
          <p:cNvGraphicFramePr>
            <a:graphicFrameLocks noGrp="1"/>
          </p:cNvGraphicFramePr>
          <p:nvPr/>
        </p:nvGraphicFramePr>
        <p:xfrm>
          <a:off x="5724128" y="1052736"/>
          <a:ext cx="2952328" cy="2904576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527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304">
                <a:tc>
                  <a:txBody>
                    <a:bodyPr/>
                    <a:lstStyle/>
                    <a:p>
                      <a:pPr algn="l"/>
                      <a:endParaRPr lang="es-ES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2000" b="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792">
                <a:tc>
                  <a:txBody>
                    <a:bodyPr/>
                    <a:lstStyle/>
                    <a:p>
                      <a:pPr algn="l"/>
                      <a:r>
                        <a:rPr lang="es-E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cantidad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l"/>
                      <a:r>
                        <a:rPr lang="es-E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precio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l"/>
                      <a:r>
                        <a:rPr lang="es-E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total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s-ES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304">
                <a:tc>
                  <a:txBody>
                    <a:bodyPr/>
                    <a:lstStyle/>
                    <a:p>
                      <a:pPr algn="l"/>
                      <a:endParaRPr lang="es-ES" sz="2000" dirty="0"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 y expresiones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Ejemplo de uso de variables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s-ES" sz="2000" dirty="0">
              <a:solidFill>
                <a:schemeClr val="tx1">
                  <a:lumMod val="50000"/>
                </a:schemeClr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</a:rPr>
              <a:t>   int cantidad;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</a:rPr>
              <a:t>   double precio, total;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latin typeface="Consolas" pitchFamily="49" charset="0"/>
              </a:rPr>
              <a:t>   cantidad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12</a:t>
            </a:r>
            <a:r>
              <a:rPr lang="es-ES" sz="2000" dirty="0">
                <a:latin typeface="Consolas" pitchFamily="49" charset="0"/>
              </a:rPr>
              <a:t>;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aphicFrame>
        <p:nvGraphicFramePr>
          <p:cNvPr id="9" name="8 Tabla"/>
          <p:cNvGraphicFramePr>
            <a:graphicFrameLocks noGrp="1"/>
          </p:cNvGraphicFramePr>
          <p:nvPr/>
        </p:nvGraphicFramePr>
        <p:xfrm>
          <a:off x="7245821" y="1052736"/>
          <a:ext cx="1425262" cy="310348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425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6304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2"/>
                          </a:solidFill>
                          <a:latin typeface="+mj-lt"/>
                        </a:rPr>
                        <a:t>Memoria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672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630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0" name="9 Tabla"/>
          <p:cNvGraphicFramePr>
            <a:graphicFrameLocks noGrp="1"/>
          </p:cNvGraphicFramePr>
          <p:nvPr/>
        </p:nvGraphicFramePr>
        <p:xfrm>
          <a:off x="5724128" y="1052736"/>
          <a:ext cx="2952328" cy="2904576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527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304">
                <a:tc>
                  <a:txBody>
                    <a:bodyPr/>
                    <a:lstStyle/>
                    <a:p>
                      <a:pPr algn="l"/>
                      <a:endParaRPr lang="es-ES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2000" b="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792">
                <a:tc>
                  <a:txBody>
                    <a:bodyPr/>
                    <a:lstStyle/>
                    <a:p>
                      <a:pPr algn="l"/>
                      <a:r>
                        <a:rPr lang="es-E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cantidad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l"/>
                      <a:r>
                        <a:rPr lang="es-E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precio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l"/>
                      <a:r>
                        <a:rPr lang="es-E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total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s-ES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304">
                <a:tc>
                  <a:txBody>
                    <a:bodyPr/>
                    <a:lstStyle/>
                    <a:p>
                      <a:pPr algn="l"/>
                      <a:endParaRPr lang="es-ES" sz="2000" dirty="0"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 y expresiones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Ejemplo de uso de variables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s-ES" sz="2000" dirty="0">
              <a:solidFill>
                <a:schemeClr val="tx1">
                  <a:lumMod val="50000"/>
                </a:schemeClr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</a:rPr>
              <a:t>   int cantidad;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</a:rPr>
              <a:t>   double precio, total;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latin typeface="Consolas" pitchFamily="49" charset="0"/>
              </a:rPr>
              <a:t>   </a:t>
            </a:r>
            <a:r>
              <a:rPr lang="es-ES" sz="20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</a:rPr>
              <a:t>cantidad = 12;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latin typeface="Consolas" pitchFamily="49" charset="0"/>
              </a:rPr>
              <a:t>   precio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39.95</a:t>
            </a:r>
            <a:r>
              <a:rPr lang="es-ES" sz="2000" dirty="0">
                <a:latin typeface="Consolas" pitchFamily="49" charset="0"/>
              </a:rPr>
              <a:t>;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7245821" y="1052736"/>
          <a:ext cx="1425262" cy="310348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425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6304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2"/>
                          </a:solidFill>
                          <a:latin typeface="+mj-lt"/>
                        </a:rPr>
                        <a:t>Memoria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672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630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0" name="9 Tabla"/>
          <p:cNvGraphicFramePr>
            <a:graphicFrameLocks noGrp="1"/>
          </p:cNvGraphicFramePr>
          <p:nvPr/>
        </p:nvGraphicFramePr>
        <p:xfrm>
          <a:off x="5724128" y="1052736"/>
          <a:ext cx="2952328" cy="2904576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527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304">
                <a:tc>
                  <a:txBody>
                    <a:bodyPr/>
                    <a:lstStyle/>
                    <a:p>
                      <a:pPr algn="l"/>
                      <a:endParaRPr lang="es-ES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2000" b="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792">
                <a:tc>
                  <a:txBody>
                    <a:bodyPr/>
                    <a:lstStyle/>
                    <a:p>
                      <a:pPr algn="l"/>
                      <a:r>
                        <a:rPr lang="es-E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cantidad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l"/>
                      <a:r>
                        <a:rPr lang="es-E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precio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39.95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l"/>
                      <a:r>
                        <a:rPr lang="es-E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total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s-ES" sz="18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304">
                <a:tc>
                  <a:txBody>
                    <a:bodyPr/>
                    <a:lstStyle/>
                    <a:p>
                      <a:pPr algn="l"/>
                      <a:endParaRPr lang="es-ES" sz="2000" dirty="0"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 y expresiones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Ejemplo de uso de variables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s-ES" sz="2000" dirty="0">
              <a:solidFill>
                <a:schemeClr val="tx1">
                  <a:lumMod val="50000"/>
                </a:schemeClr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</a:rPr>
              <a:t>   int cantidad;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</a:rPr>
              <a:t>   double precio, total;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latin typeface="Consolas" pitchFamily="49" charset="0"/>
              </a:rPr>
              <a:t>   </a:t>
            </a:r>
            <a:r>
              <a:rPr lang="es-ES" sz="20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</a:rPr>
              <a:t>cantidad = 12;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</a:rPr>
              <a:t>   precio = 39.95;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latin typeface="Consolas" pitchFamily="49" charset="0"/>
              </a:rPr>
              <a:t>   total = cantidad * precio;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s-ES" sz="2000" dirty="0">
                <a:latin typeface="Consolas" pitchFamily="49" charset="0"/>
              </a:rPr>
              <a:t>   </a:t>
            </a:r>
            <a:endParaRPr lang="es-ES" sz="24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7245821" y="1052736"/>
          <a:ext cx="1425262" cy="3103480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425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6304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2"/>
                          </a:solidFill>
                          <a:latin typeface="+mj-lt"/>
                        </a:rPr>
                        <a:t>Memoria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672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1768">
                <a:tc>
                  <a:txBody>
                    <a:bodyPr/>
                    <a:lstStyle/>
                    <a:p>
                      <a:pPr algn="ctr"/>
                      <a:endParaRPr lang="es-ES" sz="700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630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0" name="9 Tabla"/>
          <p:cNvGraphicFramePr>
            <a:graphicFrameLocks noGrp="1"/>
          </p:cNvGraphicFramePr>
          <p:nvPr/>
        </p:nvGraphicFramePr>
        <p:xfrm>
          <a:off x="5724128" y="1052736"/>
          <a:ext cx="2952328" cy="2904576"/>
        </p:xfrm>
        <a:graphic>
          <a:graphicData uri="http://schemas.openxmlformats.org/drawingml/2006/table">
            <a:tbl>
              <a:tblPr firstRow="1" bandRow="1">
                <a:noFill/>
                <a:tableStyleId>{D113A9D2-9D6B-4929-AA2D-F23B5EE8CBE7}</a:tableStyleId>
              </a:tblPr>
              <a:tblGrid>
                <a:gridCol w="1527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304">
                <a:tc>
                  <a:txBody>
                    <a:bodyPr/>
                    <a:lstStyle/>
                    <a:p>
                      <a:pPr algn="l"/>
                      <a:endParaRPr lang="es-ES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2000" b="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792">
                <a:tc>
                  <a:txBody>
                    <a:bodyPr/>
                    <a:lstStyle/>
                    <a:p>
                      <a:pPr algn="l"/>
                      <a:r>
                        <a:rPr lang="es-E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cantidad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12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l"/>
                      <a:r>
                        <a:rPr lang="es-E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precio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39.95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l"/>
                      <a:r>
                        <a:rPr lang="es-E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total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s-ES" sz="1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ea typeface="+mn-ea"/>
                          <a:cs typeface="+mn-cs"/>
                        </a:rPr>
                        <a:t>479.4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304">
                <a:tc>
                  <a:txBody>
                    <a:bodyPr/>
                    <a:lstStyle/>
                    <a:p>
                      <a:pPr algn="l"/>
                      <a:endParaRPr lang="es-ES" sz="2000" dirty="0"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3">
            <a:extLst>
              <a:ext uri="{FF2B5EF4-FFF2-40B4-BE49-F238E27FC236}">
                <a16:creationId xmlns:a16="http://schemas.microsoft.com/office/drawing/2014/main" id="{B3556E71-3DB3-4239-A5D7-F027ED818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3720" y="4734681"/>
            <a:ext cx="2956560" cy="6248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108085" y="3044280"/>
            <a:ext cx="2927917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Operadores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 lnSpcReduction="10000"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Operaciones sobre valores de los tipos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Cada tipo determina las operaciones posibles</a:t>
            </a:r>
          </a:p>
          <a:p>
            <a:pPr lvl="2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Tipos de datos numéricos (</a:t>
            </a:r>
            <a:r>
              <a:rPr lang="es-ES" sz="22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C000"/>
                </a:solidFill>
                <a:latin typeface="Consolas" pitchFamily="49" charset="0"/>
              </a:rPr>
              <a:t>float</a:t>
            </a:r>
            <a:r>
              <a:rPr lang="es-ES" sz="2200" dirty="0"/>
              <a:t> y </a:t>
            </a:r>
            <a:r>
              <a:rPr lang="es-ES" sz="22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200" dirty="0"/>
              <a:t>):</a:t>
            </a:r>
          </a:p>
          <a:p>
            <a:pPr marL="990600" lvl="2" indent="-276225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Asignación (</a:t>
            </a:r>
            <a:r>
              <a:rPr lang="es-ES" sz="2200" dirty="0">
                <a:latin typeface="Consolas" pitchFamily="49" charset="0"/>
                <a:cs typeface="Consolas" pitchFamily="49" charset="0"/>
              </a:rPr>
              <a:t>=</a:t>
            </a:r>
            <a:r>
              <a:rPr lang="es-ES" sz="2200" dirty="0"/>
              <a:t>)</a:t>
            </a:r>
          </a:p>
          <a:p>
            <a:pPr marL="990600" lvl="2" indent="-276225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Operadores aritméticos</a:t>
            </a:r>
          </a:p>
          <a:p>
            <a:pPr marL="990600" lvl="2" indent="-276225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Operadores relacionales (menor, mayor, igual, ...)</a:t>
            </a:r>
          </a:p>
          <a:p>
            <a:pPr lvl="2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Tipo de datos </a:t>
            </a:r>
            <a:r>
              <a:rPr lang="es-ES" sz="2200" dirty="0">
                <a:solidFill>
                  <a:srgbClr val="FFC000"/>
                </a:solidFill>
                <a:latin typeface="Consolas" pitchFamily="49" charset="0"/>
              </a:rPr>
              <a:t>bool</a:t>
            </a:r>
            <a:r>
              <a:rPr lang="es-ES" sz="2200" dirty="0"/>
              <a:t>:</a:t>
            </a:r>
          </a:p>
          <a:p>
            <a:pPr marL="990600" lvl="2" indent="-2762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olidFill>
                  <a:prstClr val="white"/>
                </a:solidFill>
              </a:rPr>
              <a:t>Asignación</a:t>
            </a:r>
            <a:r>
              <a:rPr lang="es-ES" sz="2200" dirty="0"/>
              <a:t> (</a:t>
            </a:r>
            <a:r>
              <a:rPr lang="es-ES" sz="2200" dirty="0">
                <a:latin typeface="Consolas" pitchFamily="49" charset="0"/>
                <a:cs typeface="Consolas" pitchFamily="49" charset="0"/>
              </a:rPr>
              <a:t>=</a:t>
            </a:r>
            <a:r>
              <a:rPr lang="es-ES" sz="2200" dirty="0"/>
              <a:t>)</a:t>
            </a:r>
            <a:endParaRPr lang="es-ES" sz="2200" dirty="0">
              <a:solidFill>
                <a:prstClr val="white"/>
              </a:solidFill>
            </a:endParaRPr>
          </a:p>
          <a:p>
            <a:pPr marL="990600" lvl="2" indent="-2762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olidFill>
                  <a:prstClr val="white"/>
                </a:solidFill>
              </a:rPr>
              <a:t>Operadores lógicos (Y, O, NO)</a:t>
            </a:r>
          </a:p>
          <a:p>
            <a:pPr lvl="2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Tipos de datos </a:t>
            </a:r>
            <a:r>
              <a:rPr lang="es-ES" sz="2200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sz="2200" dirty="0"/>
              <a:t> y </a:t>
            </a:r>
            <a:r>
              <a:rPr lang="es-ES" sz="2200" dirty="0">
                <a:solidFill>
                  <a:srgbClr val="FFC000"/>
                </a:solidFill>
                <a:latin typeface="Consolas" pitchFamily="49" charset="0"/>
              </a:rPr>
              <a:t>string</a:t>
            </a:r>
            <a:r>
              <a:rPr lang="es-ES" sz="2200" dirty="0"/>
              <a:t>:</a:t>
            </a:r>
          </a:p>
          <a:p>
            <a:pPr marL="990600" lvl="2" indent="-2762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olidFill>
                  <a:prstClr val="white"/>
                </a:solidFill>
              </a:rPr>
              <a:t>Asignación</a:t>
            </a:r>
            <a:r>
              <a:rPr lang="es-ES" sz="2200" dirty="0"/>
              <a:t> (</a:t>
            </a:r>
            <a:r>
              <a:rPr lang="es-ES" sz="2200" dirty="0">
                <a:latin typeface="Consolas" pitchFamily="49" charset="0"/>
                <a:cs typeface="Consolas" pitchFamily="49" charset="0"/>
              </a:rPr>
              <a:t>=</a:t>
            </a:r>
            <a:r>
              <a:rPr lang="es-ES" sz="2200" dirty="0"/>
              <a:t>)</a:t>
            </a:r>
            <a:endParaRPr lang="es-ES" sz="2200" dirty="0">
              <a:solidFill>
                <a:prstClr val="white"/>
              </a:solidFill>
            </a:endParaRPr>
          </a:p>
          <a:p>
            <a:pPr marL="990600" lvl="2" indent="-276225">
              <a:spcBef>
                <a:spcPts val="0"/>
              </a:spcBef>
              <a:spcAft>
                <a:spcPts val="600"/>
              </a:spcAft>
            </a:pPr>
            <a:r>
              <a:rPr lang="es-ES" sz="2200" dirty="0">
                <a:solidFill>
                  <a:prstClr val="white"/>
                </a:solidFill>
              </a:rPr>
              <a:t>Operadores relacionales</a:t>
            </a:r>
            <a:r>
              <a:rPr lang="es-ES" sz="2200" dirty="0"/>
              <a:t> (menor, mayor, igual, ...)</a:t>
            </a:r>
            <a:endParaRPr lang="es-ES" sz="2200" dirty="0">
              <a:solidFill>
                <a:prstClr val="white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Operadores aritméticos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Operadores monarios y operadores binarios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Operadores </a:t>
            </a:r>
            <a:r>
              <a:rPr lang="es-ES" dirty="0">
                <a:solidFill>
                  <a:srgbClr val="FFC000"/>
                </a:solidFill>
              </a:rPr>
              <a:t>monarios</a:t>
            </a:r>
            <a:r>
              <a:rPr lang="es-ES" dirty="0"/>
              <a:t> (</a:t>
            </a:r>
            <a:r>
              <a:rPr lang="es-ES" i="1" dirty="0"/>
              <a:t>unarios</a:t>
            </a:r>
            <a:r>
              <a:rPr lang="es-ES" dirty="0"/>
              <a:t>)</a:t>
            </a:r>
          </a:p>
          <a:p>
            <a:pPr marL="714375"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Cambio de signo (</a:t>
            </a:r>
            <a:r>
              <a:rPr lang="es-ES" sz="2200" dirty="0">
                <a:latin typeface="Consolas" pitchFamily="49" charset="0"/>
                <a:cs typeface="Consolas" pitchFamily="49" charset="0"/>
              </a:rPr>
              <a:t>-</a:t>
            </a:r>
            <a:r>
              <a:rPr lang="es-ES" sz="2200" dirty="0"/>
              <a:t>):</a:t>
            </a:r>
          </a:p>
          <a:p>
            <a:pPr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Delante de variable, constante o expresión entre paréntesis</a:t>
            </a:r>
          </a:p>
          <a:p>
            <a:pPr marL="7143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</a:rPr>
              <a:t>-saldo     -RATIO     -(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dirty="0">
                <a:latin typeface="Consolas" pitchFamily="49" charset="0"/>
              </a:rPr>
              <a:t> * a - b)</a:t>
            </a:r>
          </a:p>
          <a:p>
            <a:pPr marL="714375"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Incremento/decremento (sólo variables) (prefijo/postfijo):</a:t>
            </a:r>
          </a:p>
          <a:p>
            <a:pPr marL="7143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</a:rPr>
              <a:t>++</a:t>
            </a:r>
            <a:r>
              <a:rPr lang="es-ES" dirty="0" err="1">
                <a:latin typeface="Consolas" pitchFamily="49" charset="0"/>
              </a:rPr>
              <a:t>interes</a:t>
            </a:r>
            <a:r>
              <a:rPr lang="es-ES" dirty="0">
                <a:latin typeface="Consolas" pitchFamily="49" charset="0"/>
              </a:rPr>
              <a:t>     --meses     </a:t>
            </a:r>
            <a:r>
              <a:rPr lang="es-ES" dirty="0" err="1">
                <a:latin typeface="Consolas" pitchFamily="49" charset="0"/>
              </a:rPr>
              <a:t>j++</a:t>
            </a:r>
            <a:r>
              <a:rPr lang="es-ES" dirty="0">
                <a:latin typeface="Consolas" pitchFamily="49" charset="0"/>
              </a:rPr>
              <a:t>     </a:t>
            </a:r>
            <a:r>
              <a:rPr lang="es-ES" dirty="0">
                <a:solidFill>
                  <a:srgbClr val="92D050"/>
                </a:solidFill>
                <a:latin typeface="Consolas" pitchFamily="49" charset="0"/>
              </a:rPr>
              <a:t>// 1 más ó 1 menos</a:t>
            </a:r>
          </a:p>
          <a:p>
            <a:pPr lvl="1" indent="1588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/>
              <a:t>Operadores </a:t>
            </a:r>
            <a:r>
              <a:rPr lang="es-ES" dirty="0">
                <a:solidFill>
                  <a:srgbClr val="FFC000"/>
                </a:solidFill>
              </a:rPr>
              <a:t>binarios</a:t>
            </a:r>
          </a:p>
          <a:p>
            <a:pPr marL="714375" lvl="2" indent="-352425">
              <a:spcBef>
                <a:spcPts val="0"/>
              </a:spcBef>
              <a:spcAft>
                <a:spcPts val="600"/>
              </a:spcAft>
            </a:pPr>
            <a:r>
              <a:rPr lang="es-ES" sz="2200" dirty="0"/>
              <a:t>Operando izquierdo     operador     operando derecho</a:t>
            </a:r>
            <a:br>
              <a:rPr lang="es-ES" sz="2200" dirty="0"/>
            </a:br>
            <a:r>
              <a:rPr lang="es-ES" sz="2200" dirty="0"/>
              <a:t>Operandos: literales, constantes, variables o expresiones</a:t>
            </a:r>
          </a:p>
          <a:p>
            <a:pPr marL="7143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dirty="0">
                <a:latin typeface="Consolas" pitchFamily="49" charset="0"/>
              </a:rPr>
              <a:t> + </a:t>
            </a:r>
            <a:r>
              <a:rPr lang="es-ES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dirty="0">
                <a:latin typeface="Consolas" pitchFamily="49" charset="0"/>
              </a:rPr>
              <a:t>     a * RATIO     -a + b</a:t>
            </a:r>
          </a:p>
          <a:p>
            <a:pPr marL="7143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latin typeface="Consolas" pitchFamily="49" charset="0"/>
              </a:rPr>
              <a:t>(a % b) * (c / d)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Operadores aritméticos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¿División entera o división real?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/>
              <a:t>Ambos operandos enteros: división entera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400" dirty="0">
                <a:latin typeface="Consolas" pitchFamily="49" charset="0"/>
              </a:rPr>
              <a:t> i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23</a:t>
            </a:r>
            <a:r>
              <a:rPr lang="es-ES" sz="2400" dirty="0">
                <a:latin typeface="Consolas" pitchFamily="49" charset="0"/>
              </a:rPr>
              <a:t>, j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i / j; </a:t>
            </a:r>
            <a:r>
              <a:rPr lang="es-ES" sz="2400" dirty="0">
                <a:solidFill>
                  <a:srgbClr val="92D050"/>
                </a:solidFill>
                <a:latin typeface="Consolas" pitchFamily="49" charset="0"/>
              </a:rPr>
              <a:t>// Muestra 11</a:t>
            </a:r>
            <a:endParaRPr lang="es-ES" sz="2000" dirty="0">
              <a:solidFill>
                <a:srgbClr val="92D05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/>
              <a:t>	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/>
              <a:t>Algún operando real: división real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400" dirty="0">
                <a:latin typeface="Consolas" pitchFamily="49" charset="0"/>
              </a:rPr>
              <a:t> i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23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400" dirty="0">
                <a:latin typeface="Consolas" pitchFamily="49" charset="0"/>
              </a:rPr>
              <a:t> j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i / j; </a:t>
            </a:r>
            <a:r>
              <a:rPr lang="es-ES" sz="2400" dirty="0">
                <a:solidFill>
                  <a:srgbClr val="92D050"/>
                </a:solidFill>
                <a:latin typeface="Consolas" pitchFamily="49" charset="0"/>
              </a:rPr>
              <a:t>// Muestra 11.5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316416" y="1052736"/>
            <a:ext cx="327334" cy="576064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pPr algn="ctr"/>
            <a:r>
              <a:rPr lang="es-ES" sz="2400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/</a:t>
            </a:r>
            <a:endParaRPr lang="es-E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Operadores aritméticos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Módulo (resto de la división entera)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/>
              <a:t>Ambos operandos han de ser enteros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400" dirty="0">
                <a:latin typeface="Consolas" pitchFamily="49" charset="0"/>
              </a:rPr>
              <a:t> i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123</a:t>
            </a:r>
            <a:r>
              <a:rPr lang="es-ES" sz="2400" dirty="0">
                <a:latin typeface="Consolas" pitchFamily="49" charset="0"/>
              </a:rPr>
              <a:t>, j 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latin typeface="Consolas" pitchFamily="49" charset="0"/>
              </a:rPr>
              <a:t>i % j; </a:t>
            </a:r>
            <a:r>
              <a:rPr lang="es-ES" sz="2400" dirty="0">
                <a:solidFill>
                  <a:srgbClr val="92D050"/>
                </a:solidFill>
                <a:latin typeface="Consolas" pitchFamily="49" charset="0"/>
              </a:rPr>
              <a:t>// Muestra 3</a:t>
            </a:r>
          </a:p>
          <a:p>
            <a:pPr lvl="1" indent="1588">
              <a:spcBef>
                <a:spcPts val="1800"/>
              </a:spcBef>
              <a:spcAft>
                <a:spcPts val="600"/>
              </a:spcAft>
              <a:buNone/>
            </a:pPr>
            <a:r>
              <a:rPr lang="es-ES" sz="2400" dirty="0"/>
              <a:t>División entera: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/>
              <a:t>No se obtienen decimales </a:t>
            </a:r>
            <a:r>
              <a:rPr lang="es-ES" sz="2400" dirty="0">
                <a:sym typeface="Wingdings" pitchFamily="2" charset="2"/>
              </a:rPr>
              <a:t> Queda un resto</a:t>
            </a:r>
            <a:endParaRPr lang="es-ES" sz="24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8316416" y="1052736"/>
            <a:ext cx="327334" cy="576064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pPr algn="ctr"/>
            <a:r>
              <a:rPr lang="es-ES" sz="2400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%</a:t>
            </a:r>
            <a:endParaRPr lang="es-E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grpSp>
        <p:nvGrpSpPr>
          <p:cNvPr id="25" name="24 Grupo"/>
          <p:cNvGrpSpPr/>
          <p:nvPr/>
        </p:nvGrpSpPr>
        <p:grpSpPr>
          <a:xfrm>
            <a:off x="3923928" y="4397042"/>
            <a:ext cx="2160240" cy="461665"/>
            <a:chOff x="2987824" y="4005064"/>
            <a:chExt cx="2160240" cy="461665"/>
          </a:xfrm>
        </p:grpSpPr>
        <p:cxnSp>
          <p:nvCxnSpPr>
            <p:cNvPr id="10" name="9 Conector recto"/>
            <p:cNvCxnSpPr/>
            <p:nvPr/>
          </p:nvCxnSpPr>
          <p:spPr>
            <a:xfrm>
              <a:off x="3861445" y="4014589"/>
              <a:ext cx="0" cy="432048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>
              <a:off x="3851920" y="4437112"/>
              <a:ext cx="129614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16 CuadroTexto"/>
            <p:cNvSpPr txBox="1"/>
            <p:nvPr/>
          </p:nvSpPr>
          <p:spPr>
            <a:xfrm>
              <a:off x="2987824" y="4005064"/>
              <a:ext cx="694421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123</a:t>
              </a:r>
            </a:p>
          </p:txBody>
        </p:sp>
        <p:sp>
          <p:nvSpPr>
            <p:cNvPr id="18" name="17 CuadroTexto"/>
            <p:cNvSpPr txBox="1"/>
            <p:nvPr/>
          </p:nvSpPr>
          <p:spPr>
            <a:xfrm>
              <a:off x="4309870" y="4005064"/>
              <a:ext cx="354584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5</a:t>
              </a:r>
            </a:p>
          </p:txBody>
        </p:sp>
      </p:grpSp>
      <p:sp>
        <p:nvSpPr>
          <p:cNvPr id="19" name="18 CuadroTexto"/>
          <p:cNvSpPr txBox="1"/>
          <p:nvPr/>
        </p:nvSpPr>
        <p:spPr>
          <a:xfrm>
            <a:off x="5161015" y="4973106"/>
            <a:ext cx="524503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24</a:t>
            </a:r>
          </a:p>
        </p:txBody>
      </p:sp>
      <p:grpSp>
        <p:nvGrpSpPr>
          <p:cNvPr id="26" name="25 Grupo"/>
          <p:cNvGrpSpPr/>
          <p:nvPr/>
        </p:nvGrpSpPr>
        <p:grpSpPr>
          <a:xfrm>
            <a:off x="4067944" y="4973106"/>
            <a:ext cx="504056" cy="468052"/>
            <a:chOff x="3131840" y="4581128"/>
            <a:chExt cx="504056" cy="468052"/>
          </a:xfrm>
        </p:grpSpPr>
        <p:sp>
          <p:nvSpPr>
            <p:cNvPr id="20" name="19 CuadroTexto"/>
            <p:cNvSpPr txBox="1"/>
            <p:nvPr/>
          </p:nvSpPr>
          <p:spPr>
            <a:xfrm>
              <a:off x="3216799" y="4581128"/>
              <a:ext cx="354584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21" name="20 Arco"/>
            <p:cNvSpPr/>
            <p:nvPr/>
          </p:nvSpPr>
          <p:spPr>
            <a:xfrm rot="5400000">
              <a:off x="3221850" y="4635134"/>
              <a:ext cx="324036" cy="504056"/>
            </a:xfrm>
            <a:prstGeom prst="arc">
              <a:avLst>
                <a:gd name="adj1" fmla="val 16200000"/>
                <a:gd name="adj2" fmla="val 5515640"/>
              </a:avLst>
            </a:prstGeom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26 Grupo"/>
          <p:cNvGrpSpPr/>
          <p:nvPr/>
        </p:nvGrpSpPr>
        <p:grpSpPr>
          <a:xfrm>
            <a:off x="2195736" y="5333146"/>
            <a:ext cx="1800200" cy="544126"/>
            <a:chOff x="1259632" y="4941168"/>
            <a:chExt cx="1800200" cy="544126"/>
          </a:xfrm>
        </p:grpSpPr>
        <p:sp>
          <p:nvSpPr>
            <p:cNvPr id="22" name="21 CuadroTexto"/>
            <p:cNvSpPr txBox="1"/>
            <p:nvPr/>
          </p:nvSpPr>
          <p:spPr>
            <a:xfrm>
              <a:off x="1259632" y="5085184"/>
              <a:ext cx="1172116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123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% 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5</a:t>
              </a:r>
            </a:p>
          </p:txBody>
        </p:sp>
        <p:cxnSp>
          <p:nvCxnSpPr>
            <p:cNvPr id="24" name="23 Conector recto de flecha"/>
            <p:cNvCxnSpPr>
              <a:stCxn id="22" idx="3"/>
            </p:cNvCxnSpPr>
            <p:nvPr/>
          </p:nvCxnSpPr>
          <p:spPr>
            <a:xfrm flipV="1">
              <a:off x="2431748" y="4941168"/>
              <a:ext cx="628084" cy="344071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1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Operadores aritméticos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43528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Operadores de incremento y decremento</a:t>
            </a: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Incremento/decremento de la </a:t>
            </a:r>
            <a:r>
              <a:rPr lang="es-ES" dirty="0">
                <a:solidFill>
                  <a:srgbClr val="FFC000"/>
                </a:solidFill>
              </a:rPr>
              <a:t>variable</a:t>
            </a:r>
            <a:r>
              <a:rPr lang="es-ES" dirty="0"/>
              <a:t> numérica en una unidad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Prefijo: Antes de acceder</a:t>
            </a:r>
          </a:p>
          <a:p>
            <a:pPr marL="1074738"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i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sz="2000" dirty="0">
                <a:latin typeface="Consolas" pitchFamily="49" charset="0"/>
              </a:rPr>
              <a:t>, j;</a:t>
            </a:r>
          </a:p>
          <a:p>
            <a:pPr marL="1074738"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000" dirty="0">
                <a:latin typeface="Consolas" pitchFamily="49" charset="0"/>
              </a:rPr>
              <a:t>j = </a:t>
            </a:r>
            <a:r>
              <a:rPr lang="es-ES" sz="2000" dirty="0">
                <a:solidFill>
                  <a:srgbClr val="FF6699"/>
                </a:solidFill>
                <a:latin typeface="Consolas" pitchFamily="49" charset="0"/>
              </a:rPr>
              <a:t>++</a:t>
            </a:r>
            <a:r>
              <a:rPr lang="es-ES" sz="2000" dirty="0">
                <a:latin typeface="Consolas" pitchFamily="49" charset="0"/>
              </a:rPr>
              <a:t>i;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Incrementa antes de copiar</a:t>
            </a:r>
            <a:endParaRPr lang="es-ES" sz="2000" dirty="0">
              <a:latin typeface="Consolas" pitchFamily="49" charset="0"/>
            </a:endParaRPr>
          </a:p>
          <a:p>
            <a:pPr marL="107473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i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 - " </a:t>
            </a:r>
            <a:r>
              <a:rPr lang="es-ES" sz="2000" dirty="0">
                <a:latin typeface="Consolas" pitchFamily="49" charset="0"/>
              </a:rPr>
              <a:t>&lt;&lt; j;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Muestra 11 - 11</a:t>
            </a:r>
          </a:p>
          <a:p>
            <a:pPr marL="712788" lvl="1" indent="1588">
              <a:spcBef>
                <a:spcPts val="6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Postfijo: Después de acceder</a:t>
            </a:r>
          </a:p>
          <a:p>
            <a:pPr marL="1076325" lvl="1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i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</a:t>
            </a:r>
            <a:r>
              <a:rPr lang="es-ES" sz="2000" dirty="0">
                <a:latin typeface="Consolas" pitchFamily="49" charset="0"/>
              </a:rPr>
              <a:t>, j;</a:t>
            </a:r>
          </a:p>
          <a:p>
            <a:pPr marL="1076325" lvl="1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000" dirty="0">
                <a:latin typeface="Consolas" pitchFamily="49" charset="0"/>
              </a:rPr>
              <a:t>j = i</a:t>
            </a:r>
            <a:r>
              <a:rPr lang="es-ES" sz="2000" dirty="0">
                <a:solidFill>
                  <a:srgbClr val="FF6699"/>
                </a:solidFill>
                <a:latin typeface="Consolas" pitchFamily="49" charset="0"/>
              </a:rPr>
              <a:t>++</a:t>
            </a:r>
            <a:r>
              <a:rPr lang="es-ES" sz="2000" dirty="0">
                <a:latin typeface="Consolas" pitchFamily="49" charset="0"/>
              </a:rPr>
              <a:t>;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Copia y después incrementa</a:t>
            </a:r>
            <a:endParaRPr lang="es-ES" sz="2000" dirty="0">
              <a:latin typeface="Consolas" pitchFamily="49" charset="0"/>
            </a:endParaRPr>
          </a:p>
          <a:p>
            <a:pPr marL="107632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itchFamily="49" charset="0"/>
              </a:rPr>
              <a:t>i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 - " </a:t>
            </a:r>
            <a:r>
              <a:rPr lang="es-ES" sz="2000" dirty="0">
                <a:latin typeface="Consolas" pitchFamily="49" charset="0"/>
              </a:rPr>
              <a:t>&lt;&lt; j;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Muestra 11 - 10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7812360" y="961678"/>
            <a:ext cx="831390" cy="576064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72000" rtlCol="0">
            <a:noAutofit/>
          </a:bodyPr>
          <a:lstStyle/>
          <a:p>
            <a:pPr algn="r"/>
            <a:r>
              <a:rPr lang="es-ES" sz="2400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++/--</a:t>
            </a:r>
            <a:endParaRPr lang="es-E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grpSp>
        <p:nvGrpSpPr>
          <p:cNvPr id="9" name="8 Grupo"/>
          <p:cNvGrpSpPr/>
          <p:nvPr/>
        </p:nvGrpSpPr>
        <p:grpSpPr>
          <a:xfrm>
            <a:off x="2015716" y="5589240"/>
            <a:ext cx="5112568" cy="432048"/>
            <a:chOff x="899592" y="5401791"/>
            <a:chExt cx="5112568" cy="4320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9 CuadroTexto"/>
            <p:cNvSpPr txBox="1"/>
            <p:nvPr/>
          </p:nvSpPr>
          <p:spPr>
            <a:xfrm>
              <a:off x="899592" y="5416649"/>
              <a:ext cx="5112568" cy="41719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No mezcles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++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y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--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con otros operadores</a:t>
              </a:r>
            </a:p>
          </p:txBody>
        </p:sp>
        <p:pic>
          <p:nvPicPr>
            <p:cNvPr id="11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9" name="18 Grupo"/>
          <p:cNvGrpSpPr/>
          <p:nvPr/>
        </p:nvGrpSpPr>
        <p:grpSpPr>
          <a:xfrm>
            <a:off x="445901" y="2708920"/>
            <a:ext cx="1101763" cy="626701"/>
            <a:chOff x="373893" y="2758866"/>
            <a:chExt cx="1101763" cy="626701"/>
          </a:xfrm>
          <a:solidFill>
            <a:schemeClr val="accent1">
              <a:lumMod val="75000"/>
            </a:schemeClr>
          </a:solidFill>
        </p:grpSpPr>
        <p:cxnSp>
          <p:nvCxnSpPr>
            <p:cNvPr id="13" name="12 Conector recto"/>
            <p:cNvCxnSpPr/>
            <p:nvPr/>
          </p:nvCxnSpPr>
          <p:spPr>
            <a:xfrm>
              <a:off x="1259632" y="3088010"/>
              <a:ext cx="216024" cy="0"/>
            </a:xfrm>
            <a:prstGeom prst="line">
              <a:avLst/>
            </a:prstGeom>
            <a:grpFill/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6 CuadroTexto"/>
            <p:cNvSpPr txBox="1"/>
            <p:nvPr/>
          </p:nvSpPr>
          <p:spPr>
            <a:xfrm>
              <a:off x="373893" y="2758866"/>
              <a:ext cx="905230" cy="626701"/>
            </a:xfrm>
            <a:prstGeom prst="rect">
              <a:avLst/>
            </a:prstGeom>
            <a:grpFill/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36000" rIns="72000" bIns="36000" rtlCol="0">
              <a:spAutoFit/>
            </a:bodyPr>
            <a:lstStyle/>
            <a:p>
              <a:r>
                <a:rPr lang="es-ES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itchFamily="49" charset="0"/>
                </a:rPr>
                <a:t>i=i+</a:t>
              </a:r>
              <a:r>
                <a:rPr lang="es-ES" dirty="0">
                  <a:solidFill>
                    <a:srgbClr val="FFFF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itchFamily="49" charset="0"/>
                </a:rPr>
                <a:t>1</a:t>
              </a:r>
              <a:r>
                <a:rPr lang="es-ES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itchFamily="49" charset="0"/>
                </a:rPr>
                <a:t>;</a:t>
              </a:r>
            </a:p>
            <a:p>
              <a:r>
                <a:rPr lang="es-ES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itchFamily="49" charset="0"/>
                </a:rPr>
                <a:t>j=i;</a:t>
              </a:r>
              <a:endParaRPr lang="es-E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itchFamily="49" charset="0"/>
              </a:endParaRPr>
            </a:p>
          </p:txBody>
        </p:sp>
      </p:grpSp>
      <p:grpSp>
        <p:nvGrpSpPr>
          <p:cNvPr id="20" name="19 Grupo"/>
          <p:cNvGrpSpPr/>
          <p:nvPr/>
        </p:nvGrpSpPr>
        <p:grpSpPr>
          <a:xfrm>
            <a:off x="445901" y="4298429"/>
            <a:ext cx="1101763" cy="626701"/>
            <a:chOff x="373893" y="4019922"/>
            <a:chExt cx="1101763" cy="626701"/>
          </a:xfrm>
          <a:solidFill>
            <a:schemeClr val="accent1">
              <a:lumMod val="75000"/>
            </a:schemeClr>
          </a:solidFill>
        </p:grpSpPr>
        <p:cxnSp>
          <p:nvCxnSpPr>
            <p:cNvPr id="17" name="16 Conector recto"/>
            <p:cNvCxnSpPr/>
            <p:nvPr/>
          </p:nvCxnSpPr>
          <p:spPr>
            <a:xfrm>
              <a:off x="1259632" y="4321671"/>
              <a:ext cx="216024" cy="0"/>
            </a:xfrm>
            <a:prstGeom prst="line">
              <a:avLst/>
            </a:prstGeom>
            <a:grpFill/>
            <a:ln w="28575">
              <a:solidFill>
                <a:srgbClr val="FFC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7 CuadroTexto"/>
            <p:cNvSpPr txBox="1"/>
            <p:nvPr/>
          </p:nvSpPr>
          <p:spPr>
            <a:xfrm>
              <a:off x="373893" y="4019922"/>
              <a:ext cx="905230" cy="626701"/>
            </a:xfrm>
            <a:prstGeom prst="rect">
              <a:avLst/>
            </a:prstGeom>
            <a:grpFill/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36000" rIns="72000" bIns="36000" rtlCol="0">
              <a:spAutoFit/>
            </a:bodyPr>
            <a:lstStyle/>
            <a:p>
              <a:r>
                <a:rPr lang="es-ES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itchFamily="49" charset="0"/>
                </a:rPr>
                <a:t>j=i;</a:t>
              </a:r>
              <a:endParaRPr lang="es-E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itchFamily="49" charset="0"/>
              </a:endParaRPr>
            </a:p>
            <a:p>
              <a:r>
                <a:rPr lang="es-ES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itchFamily="49" charset="0"/>
                </a:rPr>
                <a:t>i=i+</a:t>
              </a:r>
              <a:r>
                <a:rPr lang="es-ES" dirty="0">
                  <a:solidFill>
                    <a:srgbClr val="FFFF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itchFamily="49" charset="0"/>
                </a:rPr>
                <a:t>1</a:t>
              </a:r>
              <a:r>
                <a:rPr lang="es-ES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itchFamily="49" charset="0"/>
                </a:rPr>
                <a:t>;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Operadores aritméticos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Operadores para tipos de datos numéricos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539552" y="1807056"/>
          <a:ext cx="8064897" cy="35661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10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2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9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038">
                <a:tc>
                  <a:txBody>
                    <a:bodyPr/>
                    <a:lstStyle/>
                    <a:p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Operador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s-ES" sz="2000" b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ea typeface="+mn-ea"/>
                          <a:cs typeface="+mn-cs"/>
                        </a:rPr>
                        <a:t>Operandos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s-ES" sz="2000" b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ea typeface="+mn-ea"/>
                          <a:cs typeface="+mn-cs"/>
                        </a:rPr>
                        <a:t>Posición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float</a:t>
                      </a:r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 / </a:t>
                      </a:r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double</a:t>
                      </a:r>
                      <a:endParaRPr lang="es-ES" sz="2000" b="0" dirty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038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 (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monario)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Prefijo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Cambio de signo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038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 (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binario)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Infijo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Suma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038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 (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binario)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Infijo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Resta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038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 (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binario)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Infijo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Producto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038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 (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binario)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Infijo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Div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. entera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División real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038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 (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binario)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Infijo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Módulo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No aplicable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038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 (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monario)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Prefijo / postfijo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Incremento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038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--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 (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monario)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Prefijo / postfijo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Decremento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sz="16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d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109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803054" y="3044280"/>
            <a:ext cx="5537991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Más sobre expresiones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dirty="0"/>
              <a:t>Orden de evaluación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¿En qué orden se evalúan los operadores?</a:t>
            </a:r>
          </a:p>
          <a:p>
            <a:pPr marL="0" lvl="1" indent="1588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400" dirty="0">
                <a:latin typeface="Consolas" pitchFamily="49" charset="0"/>
              </a:rPr>
              <a:t> +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400" dirty="0">
                <a:latin typeface="Consolas" pitchFamily="49" charset="0"/>
              </a:rPr>
              <a:t> *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2400" dirty="0">
                <a:latin typeface="Consolas" pitchFamily="49" charset="0"/>
              </a:rPr>
              <a:t> /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2</a:t>
            </a:r>
            <a:r>
              <a:rPr lang="es-ES" sz="2400" dirty="0">
                <a:latin typeface="Consolas" pitchFamily="49" charset="0"/>
              </a:rPr>
              <a:t> -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1</a:t>
            </a:r>
            <a:r>
              <a:rPr lang="es-ES" sz="2400" dirty="0">
                <a:solidFill>
                  <a:srgbClr val="FFFF00"/>
                </a:solidFill>
              </a:rPr>
              <a:t> </a:t>
            </a:r>
            <a:endParaRPr lang="es-ES" sz="2400" dirty="0"/>
          </a:p>
          <a:p>
            <a:pPr marL="360363" lvl="2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¿De izquierda a derecha?</a:t>
            </a:r>
          </a:p>
          <a:p>
            <a:pPr marL="360363" lvl="2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¿De derecha a izquierda?</a:t>
            </a:r>
          </a:p>
          <a:p>
            <a:pPr marL="360363" lvl="2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¿Unos antes que otros?</a:t>
            </a:r>
          </a:p>
          <a:p>
            <a:pPr marL="361950" lvl="2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sz="2200" dirty="0"/>
              <a:t>Precedencia de los operadores (prioridad):</a:t>
            </a:r>
          </a:p>
          <a:p>
            <a:pPr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Se evalúan antes los de mayor precedencia</a:t>
            </a:r>
          </a:p>
          <a:p>
            <a:pPr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¿Y si tienen igual prioridad?</a:t>
            </a:r>
          </a:p>
          <a:p>
            <a:pPr marL="107632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200" dirty="0"/>
              <a:t>Normalmente, de izquierda a derecha</a:t>
            </a:r>
          </a:p>
          <a:p>
            <a:pPr lvl="1" indent="1588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dirty="0"/>
              <a:t>Paréntesis: fuerzan a evaluar su subexpresión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110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  <a:tabLst>
                <a:tab pos="7981950" algn="r"/>
              </a:tabLst>
            </a:pPr>
            <a:r>
              <a:rPr lang="es-ES" dirty="0"/>
              <a:t>Precedencia de los operadores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111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2339752" y="1178560"/>
          <a:ext cx="4536504" cy="2250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Precedencia</a:t>
                      </a:r>
                      <a:endParaRPr lang="es-ES" b="0" dirty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Operadores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Mayor prioridad</a:t>
                      </a: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++ --</a:t>
                      </a:r>
                      <a:r>
                        <a:rPr lang="es-ES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 (</a:t>
                      </a:r>
                      <a:r>
                        <a:rPr lang="es-E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postfijos)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 pitchFamily="18" charset="0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++ --</a:t>
                      </a:r>
                      <a:r>
                        <a:rPr lang="es-ES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 (</a:t>
                      </a:r>
                      <a:r>
                        <a:rPr lang="es-E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prefijos)</a:t>
                      </a:r>
                      <a:endParaRPr lang="es-ES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 pitchFamily="18" charset="0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-</a:t>
                      </a:r>
                      <a:r>
                        <a:rPr lang="es-ES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 (cambio de signo</a:t>
                      </a:r>
                      <a:r>
                        <a:rPr lang="es-E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 pitchFamily="18" charset="0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* / %</a:t>
                      </a:r>
                      <a:endParaRPr lang="es-ES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" pitchFamily="18" charset="0"/>
                        </a:rPr>
                        <a:t>Menor prioridad</a:t>
                      </a: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+ 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8" name="7 Conector recto de flecha"/>
          <p:cNvCxnSpPr/>
          <p:nvPr/>
        </p:nvCxnSpPr>
        <p:spPr>
          <a:xfrm rot="5400000" flipH="1" flipV="1">
            <a:off x="2682044" y="2509914"/>
            <a:ext cx="1080120" cy="1588"/>
          </a:xfrm>
          <a:prstGeom prst="straightConnector1">
            <a:avLst/>
          </a:prstGeom>
          <a:ln w="5715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"/>
          <p:cNvSpPr/>
          <p:nvPr/>
        </p:nvSpPr>
        <p:spPr>
          <a:xfrm>
            <a:off x="899592" y="4077072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+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5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*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/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-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2" name="31 Grupo"/>
          <p:cNvGrpSpPr/>
          <p:nvPr/>
        </p:nvGrpSpPr>
        <p:grpSpPr>
          <a:xfrm>
            <a:off x="959981" y="4457537"/>
            <a:ext cx="2144946" cy="1130543"/>
            <a:chOff x="1051039" y="4744988"/>
            <a:chExt cx="2144946" cy="1130543"/>
          </a:xfrm>
        </p:grpSpPr>
        <p:cxnSp>
          <p:nvCxnSpPr>
            <p:cNvPr id="11" name="10 Conector recto de flecha"/>
            <p:cNvCxnSpPr/>
            <p:nvPr/>
          </p:nvCxnSpPr>
          <p:spPr>
            <a:xfrm rot="5400000" flipH="1" flipV="1">
              <a:off x="1694570" y="4924214"/>
              <a:ext cx="359246" cy="794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rot="5400000" flipH="1" flipV="1">
              <a:off x="2179576" y="4924214"/>
              <a:ext cx="359246" cy="794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rot="10800000">
              <a:off x="1864271" y="5094709"/>
              <a:ext cx="50405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 rot="5400000" flipH="1" flipV="1">
              <a:off x="2051720" y="5172050"/>
              <a:ext cx="14401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19 CuadroTexto"/>
            <p:cNvSpPr txBox="1"/>
            <p:nvPr/>
          </p:nvSpPr>
          <p:spPr>
            <a:xfrm>
              <a:off x="1051039" y="5229200"/>
              <a:ext cx="2144946" cy="64633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Misma precedencia: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  <a:sym typeface="Wingdings" pitchFamily="2" charset="2"/>
                </a:rPr>
                <a:t>Izquierda antes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  <p:grpSp>
        <p:nvGrpSpPr>
          <p:cNvPr id="34" name="33 Grupo"/>
          <p:cNvGrpSpPr/>
          <p:nvPr/>
        </p:nvGrpSpPr>
        <p:grpSpPr>
          <a:xfrm>
            <a:off x="5300835" y="4476587"/>
            <a:ext cx="2144946" cy="1130543"/>
            <a:chOff x="5090144" y="4744988"/>
            <a:chExt cx="2144946" cy="1130543"/>
          </a:xfrm>
        </p:grpSpPr>
        <p:cxnSp>
          <p:nvCxnSpPr>
            <p:cNvPr id="22" name="21 Conector recto de flecha"/>
            <p:cNvCxnSpPr/>
            <p:nvPr/>
          </p:nvCxnSpPr>
          <p:spPr>
            <a:xfrm rot="5400000" flipH="1" flipV="1">
              <a:off x="5727018" y="4924214"/>
              <a:ext cx="359246" cy="794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/>
            <p:nvPr/>
          </p:nvCxnSpPr>
          <p:spPr>
            <a:xfrm rot="5400000" flipH="1" flipV="1">
              <a:off x="6212024" y="4924214"/>
              <a:ext cx="359246" cy="794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23 Conector recto de flecha"/>
            <p:cNvCxnSpPr/>
            <p:nvPr/>
          </p:nvCxnSpPr>
          <p:spPr>
            <a:xfrm rot="10800000">
              <a:off x="5896719" y="5094709"/>
              <a:ext cx="50405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24 Conector recto de flecha"/>
            <p:cNvCxnSpPr/>
            <p:nvPr/>
          </p:nvCxnSpPr>
          <p:spPr>
            <a:xfrm rot="5400000" flipH="1" flipV="1">
              <a:off x="6084168" y="5172050"/>
              <a:ext cx="14401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25 CuadroTexto"/>
            <p:cNvSpPr txBox="1"/>
            <p:nvPr/>
          </p:nvSpPr>
          <p:spPr>
            <a:xfrm>
              <a:off x="5090144" y="5229200"/>
              <a:ext cx="2144946" cy="64633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Misma precedencia: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  <a:sym typeface="Wingdings" pitchFamily="2" charset="2"/>
                </a:rPr>
                <a:t> Izquierda antes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</p:grpSp>
      <p:grpSp>
        <p:nvGrpSpPr>
          <p:cNvPr id="33" name="32 Grupo"/>
          <p:cNvGrpSpPr/>
          <p:nvPr/>
        </p:nvGrpSpPr>
        <p:grpSpPr>
          <a:xfrm>
            <a:off x="3827464" y="4468684"/>
            <a:ext cx="1377108" cy="1130543"/>
            <a:chOff x="3771030" y="4744988"/>
            <a:chExt cx="1377108" cy="1130543"/>
          </a:xfrm>
        </p:grpSpPr>
        <p:cxnSp>
          <p:nvCxnSpPr>
            <p:cNvPr id="21" name="20 Conector recto de flecha"/>
            <p:cNvCxnSpPr>
              <a:stCxn id="27" idx="0"/>
            </p:cNvCxnSpPr>
            <p:nvPr/>
          </p:nvCxnSpPr>
          <p:spPr>
            <a:xfrm flipH="1" flipV="1">
              <a:off x="4457354" y="4744988"/>
              <a:ext cx="2230" cy="484212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26 CuadroTexto"/>
            <p:cNvSpPr txBox="1"/>
            <p:nvPr/>
          </p:nvSpPr>
          <p:spPr>
            <a:xfrm>
              <a:off x="3771030" y="5229200"/>
              <a:ext cx="1377108" cy="64633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Mayor</a:t>
              </a:r>
              <a:b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precedencia</a:t>
              </a:r>
            </a:p>
          </p:txBody>
        </p:sp>
      </p:grpSp>
      <p:sp>
        <p:nvSpPr>
          <p:cNvPr id="28" name="27 Rectángulo"/>
          <p:cNvSpPr/>
          <p:nvPr/>
        </p:nvSpPr>
        <p:spPr>
          <a:xfrm>
            <a:off x="3220631" y="4077072"/>
            <a:ext cx="2232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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+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10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/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-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28 Rectángulo"/>
          <p:cNvSpPr/>
          <p:nvPr/>
        </p:nvSpPr>
        <p:spPr>
          <a:xfrm>
            <a:off x="5436419" y="4077072"/>
            <a:ext cx="1601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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+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5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-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7021680" y="4077072"/>
            <a:ext cx="1095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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8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-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30 Rectángulo"/>
          <p:cNvSpPr/>
          <p:nvPr/>
        </p:nvSpPr>
        <p:spPr>
          <a:xfrm>
            <a:off x="8100392" y="4077072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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Wingdings" pitchFamily="2" charset="2"/>
              </a:rPr>
              <a:t> </a:t>
            </a:r>
            <a:r>
              <a:rPr lang="es-E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7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8" grpId="0"/>
      <p:bldP spid="29" grpId="0"/>
      <p:bldP spid="30" grpId="0"/>
      <p:bldP spid="3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dirty="0"/>
              <a:t>Evaluación de expresiones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112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cxnSp>
        <p:nvCxnSpPr>
          <p:cNvPr id="33" name="32 Conector recto de flecha"/>
          <p:cNvCxnSpPr/>
          <p:nvPr/>
        </p:nvCxnSpPr>
        <p:spPr>
          <a:xfrm>
            <a:off x="1261220" y="1556792"/>
            <a:ext cx="0" cy="43204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CuadroTexto"/>
          <p:cNvSpPr txBox="1"/>
          <p:nvPr/>
        </p:nvSpPr>
        <p:spPr>
          <a:xfrm>
            <a:off x="5940152" y="1196752"/>
            <a:ext cx="2861489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Primero, los paréntesis...</a:t>
            </a:r>
          </a:p>
        </p:txBody>
      </p:sp>
      <p:sp>
        <p:nvSpPr>
          <p:cNvPr id="45" name="44 Rectángulo"/>
          <p:cNvSpPr/>
          <p:nvPr/>
        </p:nvSpPr>
        <p:spPr>
          <a:xfrm>
            <a:off x="539552" y="1196752"/>
            <a:ext cx="58326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0"/>
              </a:spcBef>
              <a:spcAft>
                <a:spcPts val="2400"/>
              </a:spcAft>
              <a:buNone/>
            </a:pPr>
            <a:r>
              <a:rPr lang="es-ES" sz="2000" dirty="0">
                <a:latin typeface="Consolas" pitchFamily="49" charset="0"/>
              </a:rPr>
              <a:t>((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+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000" dirty="0">
                <a:latin typeface="Consolas" pitchFamily="49" charset="0"/>
              </a:rPr>
              <a:t>) *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2000" dirty="0">
                <a:latin typeface="Consolas" pitchFamily="49" charset="0"/>
              </a:rPr>
              <a:t> +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12</a:t>
            </a:r>
            <a:r>
              <a:rPr lang="es-ES" sz="2000" dirty="0">
                <a:latin typeface="Consolas" pitchFamily="49" charset="0"/>
              </a:rPr>
              <a:t>) /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2000" dirty="0">
                <a:latin typeface="Consolas" pitchFamily="49" charset="0"/>
              </a:rPr>
              <a:t> - (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*</a:t>
            </a:r>
            <a:r>
              <a:rPr lang="es-ES" sz="2000" dirty="0"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2 </a:t>
            </a:r>
            <a:r>
              <a:rPr lang="es-ES" sz="2000" dirty="0">
                <a:latin typeface="Consolas" pitchFamily="49" charset="0"/>
              </a:rPr>
              <a:t>-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 1</a:t>
            </a:r>
            <a:r>
              <a:rPr lang="es-ES" sz="2000" dirty="0">
                <a:latin typeface="Consolas" pitchFamily="49" charset="0"/>
              </a:rPr>
              <a:t>)</a:t>
            </a:r>
          </a:p>
        </p:txBody>
      </p:sp>
      <p:cxnSp>
        <p:nvCxnSpPr>
          <p:cNvPr id="47" name="46 Conector recto de flecha"/>
          <p:cNvCxnSpPr/>
          <p:nvPr/>
        </p:nvCxnSpPr>
        <p:spPr>
          <a:xfrm>
            <a:off x="4615433" y="1556792"/>
            <a:ext cx="0" cy="43204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47 CuadroTexto"/>
          <p:cNvSpPr txBox="1"/>
          <p:nvPr/>
        </p:nvSpPr>
        <p:spPr>
          <a:xfrm>
            <a:off x="4788024" y="1628800"/>
            <a:ext cx="1629933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antes que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</a:p>
        </p:txBody>
      </p:sp>
      <p:sp>
        <p:nvSpPr>
          <p:cNvPr id="49" name="48 Rectángulo"/>
          <p:cNvSpPr/>
          <p:nvPr/>
        </p:nvSpPr>
        <p:spPr>
          <a:xfrm>
            <a:off x="539552" y="1988840"/>
            <a:ext cx="58326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0"/>
              </a:spcBef>
              <a:spcAft>
                <a:spcPts val="2400"/>
              </a:spcAft>
              <a:buNone/>
            </a:pPr>
            <a:r>
              <a:rPr lang="es-ES" sz="2000" dirty="0">
                <a:latin typeface="Consolas" pitchFamily="49" charset="0"/>
              </a:rPr>
              <a:t>   (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8</a:t>
            </a:r>
            <a:r>
              <a:rPr lang="es-ES" sz="2000" dirty="0">
                <a:latin typeface="Consolas" pitchFamily="49" charset="0"/>
              </a:rPr>
              <a:t> *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2000" dirty="0">
                <a:latin typeface="Consolas" pitchFamily="49" charset="0"/>
              </a:rPr>
              <a:t> +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12</a:t>
            </a:r>
            <a:r>
              <a:rPr lang="es-ES" sz="2000" dirty="0">
                <a:latin typeface="Consolas" pitchFamily="49" charset="0"/>
              </a:rPr>
              <a:t>) /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2000" dirty="0">
                <a:latin typeface="Consolas" pitchFamily="49" charset="0"/>
              </a:rPr>
              <a:t> -      (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6 </a:t>
            </a:r>
            <a:r>
              <a:rPr lang="es-ES" sz="2000" dirty="0">
                <a:latin typeface="Consolas" pitchFamily="49" charset="0"/>
              </a:rPr>
              <a:t>-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 1</a:t>
            </a:r>
            <a:r>
              <a:rPr lang="es-ES" sz="2000" dirty="0">
                <a:latin typeface="Consolas" pitchFamily="49" charset="0"/>
              </a:rPr>
              <a:t>)</a:t>
            </a:r>
          </a:p>
        </p:txBody>
      </p:sp>
      <p:cxnSp>
        <p:nvCxnSpPr>
          <p:cNvPr id="50" name="49 Conector recto de flecha"/>
          <p:cNvCxnSpPr/>
          <p:nvPr/>
        </p:nvCxnSpPr>
        <p:spPr>
          <a:xfrm>
            <a:off x="1547664" y="2420888"/>
            <a:ext cx="0" cy="43204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 de flecha"/>
          <p:cNvCxnSpPr/>
          <p:nvPr/>
        </p:nvCxnSpPr>
        <p:spPr>
          <a:xfrm>
            <a:off x="4898132" y="2420888"/>
            <a:ext cx="0" cy="43204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51 CuadroTexto"/>
          <p:cNvSpPr txBox="1"/>
          <p:nvPr/>
        </p:nvSpPr>
        <p:spPr>
          <a:xfrm>
            <a:off x="1691680" y="2420888"/>
            <a:ext cx="1629933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antes que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+</a:t>
            </a:r>
          </a:p>
        </p:txBody>
      </p:sp>
      <p:sp>
        <p:nvSpPr>
          <p:cNvPr id="53" name="52 Rectángulo"/>
          <p:cNvSpPr/>
          <p:nvPr/>
        </p:nvSpPr>
        <p:spPr>
          <a:xfrm>
            <a:off x="539552" y="2884874"/>
            <a:ext cx="58326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0"/>
              </a:spcBef>
              <a:spcAft>
                <a:spcPts val="2400"/>
              </a:spcAft>
              <a:buNone/>
            </a:pPr>
            <a:r>
              <a:rPr lang="es-ES" sz="2000" dirty="0">
                <a:latin typeface="Consolas" pitchFamily="49" charset="0"/>
              </a:rPr>
              <a:t>    (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32</a:t>
            </a:r>
            <a:r>
              <a:rPr lang="es-ES" sz="2000" dirty="0">
                <a:latin typeface="Consolas" pitchFamily="49" charset="0"/>
              </a:rPr>
              <a:t> +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12</a:t>
            </a:r>
            <a:r>
              <a:rPr lang="es-ES" sz="2000" dirty="0">
                <a:latin typeface="Consolas" pitchFamily="49" charset="0"/>
              </a:rPr>
              <a:t>) /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2000" dirty="0">
                <a:latin typeface="Consolas" pitchFamily="49" charset="0"/>
              </a:rPr>
              <a:t> -          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endParaRPr lang="es-ES" sz="2000" dirty="0">
              <a:latin typeface="Consolas" pitchFamily="49" charset="0"/>
            </a:endParaRPr>
          </a:p>
        </p:txBody>
      </p:sp>
      <p:cxnSp>
        <p:nvCxnSpPr>
          <p:cNvPr id="54" name="53 Conector recto de flecha"/>
          <p:cNvCxnSpPr/>
          <p:nvPr/>
        </p:nvCxnSpPr>
        <p:spPr>
          <a:xfrm>
            <a:off x="1826171" y="3284984"/>
            <a:ext cx="0" cy="43204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54 Rectángulo"/>
          <p:cNvSpPr/>
          <p:nvPr/>
        </p:nvSpPr>
        <p:spPr>
          <a:xfrm>
            <a:off x="539552" y="3717032"/>
            <a:ext cx="58326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0"/>
              </a:spcBef>
              <a:spcAft>
                <a:spcPts val="2400"/>
              </a:spcAft>
              <a:buNone/>
            </a:pPr>
            <a:r>
              <a:rPr lang="es-ES" sz="2000" dirty="0">
                <a:latin typeface="Consolas" pitchFamily="49" charset="0"/>
              </a:rPr>
              <a:t>      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44</a:t>
            </a:r>
            <a:r>
              <a:rPr lang="es-ES" sz="2000" dirty="0">
                <a:latin typeface="Consolas" pitchFamily="49" charset="0"/>
              </a:rPr>
              <a:t> /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4</a:t>
            </a:r>
            <a:r>
              <a:rPr lang="es-ES" sz="2000" dirty="0">
                <a:latin typeface="Consolas" pitchFamily="49" charset="0"/>
              </a:rPr>
              <a:t> -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endParaRPr lang="es-ES" sz="2000" dirty="0">
              <a:latin typeface="Consolas" pitchFamily="49" charset="0"/>
            </a:endParaRPr>
          </a:p>
        </p:txBody>
      </p:sp>
      <p:cxnSp>
        <p:nvCxnSpPr>
          <p:cNvPr id="56" name="55 Conector recto de flecha"/>
          <p:cNvCxnSpPr/>
          <p:nvPr/>
        </p:nvCxnSpPr>
        <p:spPr>
          <a:xfrm>
            <a:off x="2104678" y="4130030"/>
            <a:ext cx="0" cy="43204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56 Rectángulo"/>
          <p:cNvSpPr/>
          <p:nvPr/>
        </p:nvSpPr>
        <p:spPr>
          <a:xfrm>
            <a:off x="539552" y="4581128"/>
            <a:ext cx="58326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0"/>
              </a:spcBef>
              <a:spcAft>
                <a:spcPts val="2400"/>
              </a:spcAft>
              <a:buNone/>
            </a:pPr>
            <a:r>
              <a:rPr lang="es-ES" sz="2000" dirty="0">
                <a:latin typeface="Consolas" pitchFamily="49" charset="0"/>
              </a:rPr>
              <a:t>        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11</a:t>
            </a:r>
            <a:r>
              <a:rPr lang="es-ES" sz="2000" dirty="0">
                <a:latin typeface="Consolas" pitchFamily="49" charset="0"/>
              </a:rPr>
              <a:t> -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endParaRPr lang="es-ES" sz="2000" dirty="0">
              <a:latin typeface="Consolas" pitchFamily="49" charset="0"/>
            </a:endParaRPr>
          </a:p>
        </p:txBody>
      </p:sp>
      <p:cxnSp>
        <p:nvCxnSpPr>
          <p:cNvPr id="58" name="57 Conector recto de flecha"/>
          <p:cNvCxnSpPr/>
          <p:nvPr/>
        </p:nvCxnSpPr>
        <p:spPr>
          <a:xfrm>
            <a:off x="2383185" y="4984601"/>
            <a:ext cx="0" cy="43204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58 Rectángulo"/>
          <p:cNvSpPr/>
          <p:nvPr/>
        </p:nvSpPr>
        <p:spPr>
          <a:xfrm>
            <a:off x="539552" y="5373216"/>
            <a:ext cx="58326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1588">
              <a:spcBef>
                <a:spcPts val="0"/>
              </a:spcBef>
              <a:spcAft>
                <a:spcPts val="2400"/>
              </a:spcAft>
              <a:buNone/>
            </a:pPr>
            <a:r>
              <a:rPr lang="es-ES" sz="2000" dirty="0">
                <a:latin typeface="Consolas" pitchFamily="49" charset="0"/>
              </a:rPr>
              <a:t>           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6</a:t>
            </a:r>
            <a:endParaRPr lang="es-ES" sz="2000" dirty="0">
              <a:latin typeface="Consolas" pitchFamily="49" charset="0"/>
            </a:endParaRPr>
          </a:p>
        </p:txBody>
      </p:sp>
      <p:sp>
        <p:nvSpPr>
          <p:cNvPr id="60" name="59 CuadroTexto"/>
          <p:cNvSpPr txBox="1"/>
          <p:nvPr/>
        </p:nvSpPr>
        <p:spPr>
          <a:xfrm>
            <a:off x="2267744" y="4149080"/>
            <a:ext cx="1629933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antes que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</a:p>
        </p:txBody>
      </p:sp>
      <p:grpSp>
        <p:nvGrpSpPr>
          <p:cNvPr id="61" name="60 Grupo"/>
          <p:cNvGrpSpPr/>
          <p:nvPr/>
        </p:nvGrpSpPr>
        <p:grpSpPr>
          <a:xfrm>
            <a:off x="4644008" y="4509120"/>
            <a:ext cx="3816424" cy="720080"/>
            <a:chOff x="899592" y="5401791"/>
            <a:chExt cx="3816424" cy="7200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2" name="61 CuadroTexto"/>
            <p:cNvSpPr txBox="1"/>
            <p:nvPr/>
          </p:nvSpPr>
          <p:spPr>
            <a:xfrm>
              <a:off x="899592" y="5416649"/>
              <a:ext cx="3816424" cy="7052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Pon espacio antes y después</a:t>
              </a:r>
              <a:b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de cada operador binario</a:t>
              </a:r>
            </a:p>
          </p:txBody>
        </p:sp>
        <p:pic>
          <p:nvPicPr>
            <p:cNvPr id="63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5" grpId="0"/>
      <p:bldP spid="48" grpId="0"/>
      <p:bldP spid="49" grpId="0"/>
      <p:bldP spid="52" grpId="0"/>
      <p:bldP spid="53" grpId="0"/>
      <p:bldP spid="55" grpId="0"/>
      <p:bldP spid="57" grpId="0"/>
      <p:bldP spid="59" grpId="0"/>
      <p:bldP spid="6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s-ES" dirty="0"/>
              <a:t>Una fórmula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marL="361950" lvl="1" indent="0">
              <a:spcBef>
                <a:spcPts val="0"/>
              </a:spcBef>
              <a:spcAft>
                <a:spcPts val="300"/>
              </a:spcAft>
              <a:buNone/>
            </a:pPr>
            <a:endParaRPr lang="es-ES" sz="2000" i="1" dirty="0">
              <a:solidFill>
                <a:srgbClr val="FFCCFF"/>
              </a:solidFill>
              <a:latin typeface="Consolas" pitchFamily="49" charset="0"/>
            </a:endParaRPr>
          </a:p>
          <a:p>
            <a:pPr marL="361950" lvl="1" indent="0">
              <a:spcBef>
                <a:spcPts val="0"/>
              </a:spcBef>
              <a:spcAft>
                <a:spcPts val="300"/>
              </a:spcAft>
              <a:buNone/>
            </a:pPr>
            <a:endParaRPr lang="es-ES" sz="2000" i="1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endParaRPr lang="es-ES" sz="20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endParaRPr lang="es-ES" sz="20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endParaRPr lang="es-ES" sz="20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endParaRPr lang="es-ES" sz="20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000" dirty="0">
                <a:latin typeface="Consolas" pitchFamily="49" charset="0"/>
              </a:rPr>
              <a:t>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latin typeface="Consolas" pitchFamily="49" charset="0"/>
              </a:rPr>
              <a:t> x, f;</a:t>
            </a:r>
            <a:endParaRPr lang="es-ES" sz="2000" dirty="0">
              <a:solidFill>
                <a:srgbClr val="92D05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endParaRPr lang="es-ES" sz="2000" dirty="0">
              <a:solidFill>
                <a:srgbClr val="92D05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r>
              <a:rPr lang="es-ES" sz="2000" dirty="0">
                <a:latin typeface="Consolas" pitchFamily="49" charset="0"/>
              </a:rPr>
              <a:t>  f =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000" dirty="0">
                <a:latin typeface="Consolas" pitchFamily="49" charset="0"/>
              </a:rPr>
              <a:t> * x * x /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000" dirty="0">
                <a:latin typeface="Consolas" pitchFamily="49" charset="0"/>
              </a:rPr>
              <a:t> +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6</a:t>
            </a:r>
            <a:r>
              <a:rPr lang="es-ES" sz="2000" dirty="0">
                <a:latin typeface="Consolas" pitchFamily="49" charset="0"/>
              </a:rPr>
              <a:t> * x /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7</a:t>
            </a:r>
            <a:r>
              <a:rPr lang="es-ES" sz="2000" dirty="0">
                <a:latin typeface="Consolas" pitchFamily="49" charset="0"/>
              </a:rPr>
              <a:t> -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000" dirty="0">
                <a:latin typeface="Consolas" pitchFamily="49" charset="0"/>
              </a:rPr>
              <a:t>;</a:t>
            </a:r>
            <a:endParaRPr lang="es-ES" sz="2000" dirty="0">
              <a:solidFill>
                <a:srgbClr val="92D05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endParaRPr lang="es-ES" sz="2000" dirty="0">
              <a:solidFill>
                <a:srgbClr val="92D05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300"/>
              </a:spcAft>
              <a:buNone/>
            </a:pPr>
            <a:endParaRPr lang="es-ES" sz="2000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113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pSp>
        <p:nvGrpSpPr>
          <p:cNvPr id="11" name="10 Grupo"/>
          <p:cNvGrpSpPr/>
          <p:nvPr/>
        </p:nvGrpSpPr>
        <p:grpSpPr>
          <a:xfrm>
            <a:off x="6084170" y="1700808"/>
            <a:ext cx="720078" cy="2260823"/>
            <a:chOff x="5733655" y="2176289"/>
            <a:chExt cx="720078" cy="2520280"/>
          </a:xfrm>
        </p:grpSpPr>
        <p:cxnSp>
          <p:nvCxnSpPr>
            <p:cNvPr id="9" name="8 Conector recto de flecha"/>
            <p:cNvCxnSpPr/>
            <p:nvPr/>
          </p:nvCxnSpPr>
          <p:spPr>
            <a:xfrm rot="5400000">
              <a:off x="5184862" y="3435635"/>
              <a:ext cx="252028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rot="10800000">
              <a:off x="5733655" y="4678313"/>
              <a:ext cx="720078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" name="7 Objeto"/>
          <p:cNvGraphicFramePr>
            <a:graphicFrameLocks noChangeAspect="1"/>
          </p:cNvGraphicFramePr>
          <p:nvPr/>
        </p:nvGraphicFramePr>
        <p:xfrm>
          <a:off x="5652120" y="1052736"/>
          <a:ext cx="2993787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244520" imgH="419040" progId="Equation.3">
                  <p:embed/>
                </p:oleObj>
              </mc:Choice>
              <mc:Fallback>
                <p:oleObj name="Ecuación" r:id="rId2" imgW="1244520" imgH="419040" progId="Equation.3">
                  <p:embed/>
                  <p:pic>
                    <p:nvPicPr>
                      <p:cNvPr id="8" name="7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1052736"/>
                        <a:ext cx="2993787" cy="10081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13 Grupo"/>
          <p:cNvGrpSpPr/>
          <p:nvPr/>
        </p:nvGrpSpPr>
        <p:grpSpPr>
          <a:xfrm>
            <a:off x="1547664" y="5229200"/>
            <a:ext cx="6048672" cy="720080"/>
            <a:chOff x="899592" y="5401791"/>
            <a:chExt cx="6048672" cy="7200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14 CuadroTexto"/>
            <p:cNvSpPr txBox="1"/>
            <p:nvPr/>
          </p:nvSpPr>
          <p:spPr>
            <a:xfrm>
              <a:off x="899592" y="5416649"/>
              <a:ext cx="6048672" cy="7052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Usa paréntesis para mejorar la legibilidad:</a:t>
              </a:r>
              <a:b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2000" dirty="0">
                  <a:latin typeface="Consolas" pitchFamily="49" charset="0"/>
                </a:rPr>
                <a:t>f = (</a:t>
              </a:r>
              <a:r>
                <a:rPr lang="es-ES" sz="2000" dirty="0">
                  <a:solidFill>
                    <a:srgbClr val="FFFF00"/>
                  </a:solidFill>
                  <a:latin typeface="Consolas" pitchFamily="49" charset="0"/>
                </a:rPr>
                <a:t>3</a:t>
              </a:r>
              <a:r>
                <a:rPr lang="es-ES" sz="2000" dirty="0">
                  <a:latin typeface="Consolas" pitchFamily="49" charset="0"/>
                </a:rPr>
                <a:t> * x * x / </a:t>
              </a:r>
              <a:r>
                <a:rPr lang="es-ES" sz="2000" dirty="0">
                  <a:solidFill>
                    <a:srgbClr val="FFFF00"/>
                  </a:solidFill>
                  <a:latin typeface="Consolas" pitchFamily="49" charset="0"/>
                </a:rPr>
                <a:t>5</a:t>
              </a:r>
              <a:r>
                <a:rPr lang="es-ES" sz="2000" dirty="0">
                  <a:latin typeface="Consolas" pitchFamily="49" charset="0"/>
                </a:rPr>
                <a:t>) + (</a:t>
              </a:r>
              <a:r>
                <a:rPr lang="es-ES" sz="2000" dirty="0">
                  <a:solidFill>
                    <a:srgbClr val="FFFF00"/>
                  </a:solidFill>
                  <a:latin typeface="Consolas" pitchFamily="49" charset="0"/>
                </a:rPr>
                <a:t>6</a:t>
              </a:r>
              <a:r>
                <a:rPr lang="es-ES" sz="2000" dirty="0">
                  <a:latin typeface="Consolas" pitchFamily="49" charset="0"/>
                </a:rPr>
                <a:t> * x / </a:t>
              </a:r>
              <a:r>
                <a:rPr lang="es-ES" sz="2000" dirty="0">
                  <a:solidFill>
                    <a:srgbClr val="FFFF00"/>
                  </a:solidFill>
                  <a:latin typeface="Consolas" pitchFamily="49" charset="0"/>
                </a:rPr>
                <a:t>7</a:t>
              </a:r>
              <a:r>
                <a:rPr lang="es-ES" sz="2000" dirty="0">
                  <a:latin typeface="Consolas" pitchFamily="49" charset="0"/>
                </a:rPr>
                <a:t>) - </a:t>
              </a:r>
              <a:r>
                <a:rPr lang="es-ES" sz="2000" dirty="0">
                  <a:solidFill>
                    <a:srgbClr val="FFFF00"/>
                  </a:solidFill>
                  <a:latin typeface="Consolas" pitchFamily="49" charset="0"/>
                </a:rPr>
                <a:t>3</a:t>
              </a:r>
              <a:r>
                <a:rPr lang="es-ES" sz="2000" dirty="0">
                  <a:latin typeface="Consolas" pitchFamily="49" charset="0"/>
                </a:rPr>
                <a:t>;</a:t>
              </a:r>
              <a:endParaRPr lang="es-ES" sz="2000" dirty="0"/>
            </a:p>
            <a:p>
              <a:pPr marL="540000">
                <a:spcAft>
                  <a:spcPts val="600"/>
                </a:spcAft>
              </a:pPr>
              <a:endPara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endParaRPr>
            </a:p>
          </p:txBody>
        </p:sp>
        <p:pic>
          <p:nvPicPr>
            <p:cNvPr id="16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2400"/>
              </a:spcAft>
            </a:pPr>
            <a:r>
              <a:rPr lang="es-ES" dirty="0"/>
              <a:t>Abreviaturas </a:t>
            </a:r>
            <a:r>
              <a:rPr lang="es-ES" sz="4000" dirty="0"/>
              <a:t>aritméticas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algn="ctr">
              <a:spcBef>
                <a:spcPts val="0"/>
              </a:spcBef>
              <a:spcAft>
                <a:spcPts val="600"/>
              </a:spcAft>
              <a:buNone/>
            </a:pPr>
            <a:endParaRPr lang="es-ES" sz="2400" i="1" dirty="0">
              <a:latin typeface="Consolas" pitchFamily="49" charset="0"/>
            </a:endParaRPr>
          </a:p>
          <a:p>
            <a:pPr lvl="1" indent="1588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400" i="1" dirty="0">
                <a:latin typeface="Consolas" pitchFamily="49" charset="0"/>
              </a:rPr>
              <a:t>variable</a:t>
            </a:r>
            <a:r>
              <a:rPr lang="es-ES" sz="2400" dirty="0">
                <a:latin typeface="Consolas" pitchFamily="49" charset="0"/>
              </a:rPr>
              <a:t> = </a:t>
            </a:r>
            <a:r>
              <a:rPr lang="es-ES" sz="2400" i="1" dirty="0">
                <a:latin typeface="Consolas" pitchFamily="49" charset="0"/>
              </a:rPr>
              <a:t>variable</a:t>
            </a:r>
            <a:r>
              <a:rPr lang="es-ES" sz="2400" dirty="0">
                <a:latin typeface="Consolas" pitchFamily="49" charset="0"/>
              </a:rPr>
              <a:t> </a:t>
            </a:r>
            <a:r>
              <a:rPr lang="es-ES" sz="2400" i="1" dirty="0">
                <a:latin typeface="Consolas" pitchFamily="49" charset="0"/>
              </a:rPr>
              <a:t>operador</a:t>
            </a:r>
            <a:r>
              <a:rPr lang="es-ES" sz="2400" dirty="0">
                <a:latin typeface="Consolas" pitchFamily="49" charset="0"/>
              </a:rPr>
              <a:t> </a:t>
            </a:r>
            <a:r>
              <a:rPr lang="es-ES" sz="2400" i="1" dirty="0" err="1">
                <a:latin typeface="Consolas" pitchFamily="49" charset="0"/>
              </a:rPr>
              <a:t>op_derecho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 algn="ctr">
              <a:spcBef>
                <a:spcPts val="2400"/>
              </a:spcBef>
              <a:spcAft>
                <a:spcPts val="600"/>
              </a:spcAft>
              <a:buNone/>
            </a:pPr>
            <a:r>
              <a:rPr lang="es-ES" sz="2400" i="1" dirty="0">
                <a:solidFill>
                  <a:prstClr val="white"/>
                </a:solidFill>
                <a:latin typeface="Consolas" pitchFamily="49" charset="0"/>
              </a:rPr>
              <a:t>variable</a:t>
            </a:r>
            <a:r>
              <a:rPr lang="es-ES" sz="24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400" i="1" dirty="0">
                <a:solidFill>
                  <a:prstClr val="white"/>
                </a:solidFill>
                <a:latin typeface="Consolas" pitchFamily="49" charset="0"/>
              </a:rPr>
              <a:t>operador</a:t>
            </a:r>
            <a:r>
              <a:rPr lang="es-ES" sz="2400" dirty="0">
                <a:solidFill>
                  <a:prstClr val="white"/>
                </a:solidFill>
                <a:latin typeface="Consolas" pitchFamily="49" charset="0"/>
              </a:rPr>
              <a:t>= </a:t>
            </a:r>
            <a:r>
              <a:rPr lang="es-ES" sz="2400" i="1" dirty="0" err="1">
                <a:solidFill>
                  <a:prstClr val="white"/>
                </a:solidFill>
                <a:latin typeface="Consolas" pitchFamily="49" charset="0"/>
              </a:rPr>
              <a:t>op_derecho</a:t>
            </a:r>
            <a:r>
              <a:rPr lang="es-ES" sz="24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lvl="1" indent="1588">
              <a:spcBef>
                <a:spcPts val="1800"/>
              </a:spcBef>
              <a:spcAft>
                <a:spcPts val="600"/>
              </a:spcAft>
              <a:buNone/>
              <a:tabLst>
                <a:tab pos="3143250" algn="l"/>
              </a:tabLst>
            </a:pPr>
            <a:r>
              <a:rPr lang="es-ES" sz="2400" i="1" dirty="0">
                <a:latin typeface="+mj-lt"/>
              </a:rPr>
              <a:t>Asignación	Abreviatura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  <a:tabLst>
                <a:tab pos="3143250" algn="l"/>
              </a:tabLst>
            </a:pPr>
            <a:r>
              <a:rPr lang="es-ES" sz="2400" dirty="0">
                <a:latin typeface="Consolas" pitchFamily="49" charset="0"/>
              </a:rPr>
              <a:t>a = a +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12</a:t>
            </a:r>
            <a:r>
              <a:rPr lang="es-ES" sz="2400" dirty="0">
                <a:latin typeface="Consolas" pitchFamily="49" charset="0"/>
              </a:rPr>
              <a:t>;	a +=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12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  <a:tabLst>
                <a:tab pos="3143250" algn="l"/>
              </a:tabLst>
            </a:pPr>
            <a:r>
              <a:rPr lang="es-ES" sz="2400" dirty="0">
                <a:latin typeface="Consolas" pitchFamily="49" charset="0"/>
              </a:rPr>
              <a:t>a = a *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400" dirty="0">
                <a:latin typeface="Consolas" pitchFamily="49" charset="0"/>
              </a:rPr>
              <a:t>;	a *=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3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  <a:tabLst>
                <a:tab pos="3143250" algn="l"/>
              </a:tabLst>
            </a:pPr>
            <a:r>
              <a:rPr lang="es-ES" sz="2400" dirty="0">
                <a:latin typeface="Consolas" pitchFamily="49" charset="0"/>
              </a:rPr>
              <a:t>a = a -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400" dirty="0">
                <a:latin typeface="Consolas" pitchFamily="49" charset="0"/>
              </a:rPr>
              <a:t>;	a -=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5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  <a:tabLst>
                <a:tab pos="3143250" algn="l"/>
              </a:tabLst>
            </a:pPr>
            <a:r>
              <a:rPr lang="es-ES" sz="2400" dirty="0">
                <a:latin typeface="Consolas" pitchFamily="49" charset="0"/>
              </a:rPr>
              <a:t>a = a /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37</a:t>
            </a:r>
            <a:r>
              <a:rPr lang="es-ES" sz="2400" dirty="0">
                <a:latin typeface="Consolas" pitchFamily="49" charset="0"/>
              </a:rPr>
              <a:t>;	a /= </a:t>
            </a:r>
            <a:r>
              <a:rPr lang="es-ES" sz="2400" dirty="0">
                <a:solidFill>
                  <a:srgbClr val="FFFF00"/>
                </a:solidFill>
                <a:latin typeface="Consolas" pitchFamily="49" charset="0"/>
              </a:rPr>
              <a:t>37</a:t>
            </a:r>
            <a:r>
              <a:rPr lang="es-ES" sz="2400" dirty="0"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  <a:tabLst>
                <a:tab pos="3143250" algn="l"/>
              </a:tabLst>
            </a:pPr>
            <a:r>
              <a:rPr lang="es-ES" sz="2400" dirty="0">
                <a:latin typeface="Consolas" pitchFamily="49" charset="0"/>
              </a:rPr>
              <a:t>a = a % b;	a %= b;</a:t>
            </a:r>
            <a:endParaRPr lang="es-ES" sz="20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  <a:tabLst>
                <a:tab pos="4667250" algn="l"/>
              </a:tabLst>
            </a:pPr>
            <a:endParaRPr lang="es-ES" sz="2000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114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6058295" y="3501008"/>
            <a:ext cx="2114105" cy="109260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Igual precedencia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que la asignación</a:t>
            </a:r>
          </a:p>
          <a:p>
            <a:pPr algn="ctr">
              <a:spcAft>
                <a:spcPts val="600"/>
              </a:spcAft>
            </a:pPr>
            <a:endParaRPr lang="es-E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  <p:grpSp>
        <p:nvGrpSpPr>
          <p:cNvPr id="15" name="14 Grupo"/>
          <p:cNvGrpSpPr/>
          <p:nvPr/>
        </p:nvGrpSpPr>
        <p:grpSpPr>
          <a:xfrm>
            <a:off x="2157636" y="1813551"/>
            <a:ext cx="1675234" cy="392127"/>
            <a:chOff x="1413173" y="2400529"/>
            <a:chExt cx="1675234" cy="392127"/>
          </a:xfrm>
        </p:grpSpPr>
        <p:cxnSp>
          <p:nvCxnSpPr>
            <p:cNvPr id="11" name="10 Conector recto de flecha"/>
            <p:cNvCxnSpPr/>
            <p:nvPr/>
          </p:nvCxnSpPr>
          <p:spPr>
            <a:xfrm rot="5400000" flipH="1" flipV="1">
              <a:off x="1316671" y="2507350"/>
              <a:ext cx="21523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rot="5400000" flipH="1" flipV="1">
              <a:off x="2972061" y="2507350"/>
              <a:ext cx="21523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rot="10800000">
              <a:off x="1413173" y="2605440"/>
              <a:ext cx="28803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 rot="10800000">
              <a:off x="2800375" y="2605440"/>
              <a:ext cx="28803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19 CuadroTexto"/>
            <p:cNvSpPr txBox="1"/>
            <p:nvPr/>
          </p:nvSpPr>
          <p:spPr>
            <a:xfrm>
              <a:off x="1687791" y="2423324"/>
              <a:ext cx="1132041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La misma</a:t>
              </a:r>
            </a:p>
          </p:txBody>
        </p:sp>
      </p:grpSp>
      <p:sp>
        <p:nvSpPr>
          <p:cNvPr id="18" name="17 CuadroTexto"/>
          <p:cNvSpPr txBox="1"/>
          <p:nvPr/>
        </p:nvSpPr>
        <p:spPr>
          <a:xfrm>
            <a:off x="4644008" y="1700808"/>
            <a:ext cx="410690" cy="584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sym typeface="Symbol"/>
              </a:rPr>
              <a:t></a:t>
            </a:r>
            <a:endParaRPr lang="es-E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  <p:grpSp>
        <p:nvGrpSpPr>
          <p:cNvPr id="19" name="18 Grupo"/>
          <p:cNvGrpSpPr/>
          <p:nvPr/>
        </p:nvGrpSpPr>
        <p:grpSpPr>
          <a:xfrm>
            <a:off x="3347864" y="1484784"/>
            <a:ext cx="1152128" cy="360040"/>
            <a:chOff x="7092280" y="5301208"/>
            <a:chExt cx="1152128" cy="360040"/>
          </a:xfrm>
        </p:grpSpPr>
        <p:cxnSp>
          <p:nvCxnSpPr>
            <p:cNvPr id="21" name="20 Conector recto"/>
            <p:cNvCxnSpPr/>
            <p:nvPr/>
          </p:nvCxnSpPr>
          <p:spPr>
            <a:xfrm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"/>
            <p:cNvCxnSpPr/>
            <p:nvPr/>
          </p:nvCxnSpPr>
          <p:spPr>
            <a:xfrm flipV="1">
              <a:off x="7092280" y="5301208"/>
              <a:ext cx="1152128" cy="36004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22 Arco"/>
          <p:cNvSpPr/>
          <p:nvPr/>
        </p:nvSpPr>
        <p:spPr>
          <a:xfrm>
            <a:off x="2843808" y="1196752"/>
            <a:ext cx="2664296" cy="720080"/>
          </a:xfrm>
          <a:prstGeom prst="arc">
            <a:avLst>
              <a:gd name="adj1" fmla="val 10817974"/>
              <a:gd name="adj2" fmla="val 0"/>
            </a:avLst>
          </a:prstGeom>
          <a:ln w="28575">
            <a:solidFill>
              <a:srgbClr val="FFC000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8" grpId="0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37774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¿Valor siguiente al máximo?</a:t>
            </a:r>
            <a:endParaRPr lang="es-ES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Valor mayor del máximo (o menor del mínimo) del tipo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FFC000"/>
                </a:solidFill>
                <a:latin typeface="Consolas" pitchFamily="49" charset="0"/>
              </a:rPr>
              <a:t>short </a:t>
            </a: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 = </a:t>
            </a:r>
            <a:r>
              <a:rPr lang="en-US" sz="2000" dirty="0">
                <a:solidFill>
                  <a:srgbClr val="FFFF00"/>
                </a:solidFill>
                <a:latin typeface="Consolas" pitchFamily="49" charset="0"/>
              </a:rPr>
              <a:t>32767</a:t>
            </a:r>
            <a:r>
              <a:rPr lang="en-US" sz="2000" dirty="0">
                <a:latin typeface="Consolas" pitchFamily="49" charset="0"/>
              </a:rPr>
              <a:t>; </a:t>
            </a:r>
            <a:r>
              <a:rPr lang="en-US" sz="2000" dirty="0">
                <a:solidFill>
                  <a:srgbClr val="92D050"/>
                </a:solidFill>
                <a:latin typeface="Consolas" pitchFamily="49" charset="0"/>
              </a:rPr>
              <a:t>//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Valor máximo para short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++; </a:t>
            </a:r>
            <a:r>
              <a:rPr lang="en-US" sz="2000" dirty="0">
                <a:solidFill>
                  <a:srgbClr val="92D050"/>
                </a:solidFill>
                <a:latin typeface="Consolas" pitchFamily="49" charset="0"/>
              </a:rPr>
              <a:t>// 32768 no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cabe</a:t>
            </a:r>
            <a:r>
              <a:rPr lang="en-US" sz="2000" dirty="0">
                <a:solidFill>
                  <a:srgbClr val="92D050"/>
                </a:solidFill>
                <a:latin typeface="Consolas" pitchFamily="49" charset="0"/>
              </a:rPr>
              <a:t> en </a:t>
            </a:r>
            <a:r>
              <a:rPr lang="en-US" sz="2000">
                <a:solidFill>
                  <a:srgbClr val="92D050"/>
                </a:solidFill>
                <a:latin typeface="Consolas" pitchFamily="49" charset="0"/>
              </a:rPr>
              <a:t>un short</a:t>
            </a:r>
            <a:endParaRPr lang="en-US" sz="2000" dirty="0"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92D050"/>
                </a:solidFill>
                <a:latin typeface="Consolas" pitchFamily="49" charset="0"/>
              </a:rPr>
              <a:t>//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Muestra</a:t>
            </a:r>
            <a:r>
              <a:rPr lang="en-US" sz="2000" dirty="0">
                <a:solidFill>
                  <a:srgbClr val="92D050"/>
                </a:solidFill>
                <a:latin typeface="Consolas" pitchFamily="49" charset="0"/>
              </a:rPr>
              <a:t> -32768</a:t>
            </a:r>
          </a:p>
          <a:p>
            <a:pPr lvl="1" indent="1588">
              <a:spcBef>
                <a:spcPts val="0"/>
              </a:spcBef>
              <a:buNone/>
            </a:pPr>
            <a:endParaRPr lang="es-ES" sz="2000" dirty="0"/>
          </a:p>
          <a:p>
            <a:pPr lvl="1" indent="1588">
              <a:spcBef>
                <a:spcPts val="0"/>
              </a:spcBef>
              <a:buNone/>
            </a:pPr>
            <a:endParaRPr lang="es-ES" sz="2000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lvl="1" indent="1588">
              <a:spcBef>
                <a:spcPts val="0"/>
              </a:spcBef>
              <a:spcAft>
                <a:spcPts val="1800"/>
              </a:spcAft>
              <a:buNone/>
            </a:pPr>
            <a:endParaRPr lang="es-ES" sz="2000" dirty="0"/>
          </a:p>
        </p:txBody>
      </p:sp>
      <p:grpSp>
        <p:nvGrpSpPr>
          <p:cNvPr id="18" name="17 Grupo"/>
          <p:cNvGrpSpPr/>
          <p:nvPr/>
        </p:nvGrpSpPr>
        <p:grpSpPr>
          <a:xfrm>
            <a:off x="755576" y="3717032"/>
            <a:ext cx="2209309" cy="1368152"/>
            <a:chOff x="562491" y="4134222"/>
            <a:chExt cx="2209309" cy="1368152"/>
          </a:xfrm>
        </p:grpSpPr>
        <p:sp>
          <p:nvSpPr>
            <p:cNvPr id="13" name="12 Rectángulo"/>
            <p:cNvSpPr/>
            <p:nvPr/>
          </p:nvSpPr>
          <p:spPr>
            <a:xfrm>
              <a:off x="2339752" y="4134222"/>
              <a:ext cx="432048" cy="1368152"/>
            </a:xfrm>
            <a:prstGeom prst="rect">
              <a:avLst/>
            </a:prstGeom>
            <a:solidFill>
              <a:srgbClr val="9966F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4" name="13 Conector recto de flecha"/>
            <p:cNvCxnSpPr/>
            <p:nvPr/>
          </p:nvCxnSpPr>
          <p:spPr>
            <a:xfrm rot="10800000">
              <a:off x="1979712" y="4388346"/>
              <a:ext cx="36004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16 CuadroTexto"/>
            <p:cNvSpPr txBox="1"/>
            <p:nvPr/>
          </p:nvSpPr>
          <p:spPr>
            <a:xfrm>
              <a:off x="562491" y="4162797"/>
              <a:ext cx="1628029" cy="1015663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Bit de signo</a:t>
              </a:r>
              <a:b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0 = positivo</a:t>
              </a:r>
              <a:b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1 = negativo</a:t>
              </a:r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dirty="0"/>
              <a:t>Desbordamiento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115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2635351" y="3827140"/>
          <a:ext cx="4968556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2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2635351" y="4691236"/>
          <a:ext cx="4968556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2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9 Tabla"/>
          <p:cNvGraphicFramePr>
            <a:graphicFrameLocks noGrp="1"/>
          </p:cNvGraphicFramePr>
          <p:nvPr/>
        </p:nvGraphicFramePr>
        <p:xfrm>
          <a:off x="2635351" y="4259188"/>
          <a:ext cx="4968556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2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226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4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2250540" y="4206230"/>
            <a:ext cx="325730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+</a:t>
            </a:r>
            <a:endParaRPr lang="es-ES" sz="2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grpSp>
        <p:nvGrpSpPr>
          <p:cNvPr id="19" name="18 Grupo"/>
          <p:cNvGrpSpPr/>
          <p:nvPr/>
        </p:nvGrpSpPr>
        <p:grpSpPr>
          <a:xfrm>
            <a:off x="7717413" y="3774182"/>
            <a:ext cx="1031051" cy="1277094"/>
            <a:chOff x="7524328" y="4191372"/>
            <a:chExt cx="1031051" cy="1277094"/>
          </a:xfrm>
        </p:grpSpPr>
        <p:sp>
          <p:nvSpPr>
            <p:cNvPr id="7" name="6 CuadroTexto"/>
            <p:cNvSpPr txBox="1"/>
            <p:nvPr/>
          </p:nvSpPr>
          <p:spPr>
            <a:xfrm>
              <a:off x="7661503" y="4191372"/>
              <a:ext cx="88998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32767</a:t>
              </a:r>
            </a:p>
          </p:txBody>
        </p:sp>
        <p:sp>
          <p:nvSpPr>
            <p:cNvPr id="9" name="8 CuadroTexto"/>
            <p:cNvSpPr txBox="1"/>
            <p:nvPr/>
          </p:nvSpPr>
          <p:spPr>
            <a:xfrm>
              <a:off x="7524328" y="5068356"/>
              <a:ext cx="1031051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-32768</a:t>
              </a:r>
            </a:p>
          </p:txBody>
        </p:sp>
        <p:sp>
          <p:nvSpPr>
            <p:cNvPr id="12" name="11 CuadroTexto"/>
            <p:cNvSpPr txBox="1"/>
            <p:nvPr/>
          </p:nvSpPr>
          <p:spPr>
            <a:xfrm>
              <a:off x="7661022" y="4632945"/>
              <a:ext cx="607859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+</a:t>
              </a:r>
              <a:r>
                <a:rPr lang="es-ES" sz="2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 1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2A4B4A2-B177-4453-9890-300A12A4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Datos</a:t>
            </a:r>
          </a:p>
        </p:txBody>
      </p:sp>
    </p:spTree>
    <p:extLst>
      <p:ext uri="{BB962C8B-B14F-4D97-AF65-F5344CB8AC3E}">
        <p14:creationId xmlns:p14="http://schemas.microsoft.com/office/powerpoint/2010/main" val="610316877"/>
      </p:ext>
    </p:extLst>
  </p:cSld>
  <p:clrMapOvr>
    <a:masterClrMapping/>
  </p:clrMapOvr>
  <p:transition spd="med">
    <p:wipe dir="d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C2B9E87-8B13-47E9-8006-23EA2F84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Laboratorio de Tipos de datos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012841-5AD0-4B7A-95DF-38D460225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Tipo/codificación para:</a:t>
            </a:r>
          </a:p>
          <a:p>
            <a:pPr lvl="1"/>
            <a:r>
              <a:rPr lang="es-ES" sz="2400" dirty="0"/>
              <a:t>Fecha en formato texto</a:t>
            </a:r>
          </a:p>
          <a:p>
            <a:pPr lvl="1"/>
            <a:r>
              <a:rPr lang="es-ES" sz="2400" dirty="0"/>
              <a:t>Fecha/hora en formato texto</a:t>
            </a:r>
          </a:p>
          <a:p>
            <a:pPr lvl="1"/>
            <a:r>
              <a:rPr lang="es-ES" sz="2400" dirty="0"/>
              <a:t>Edad</a:t>
            </a:r>
          </a:p>
          <a:p>
            <a:pPr lvl="1"/>
            <a:r>
              <a:rPr lang="es-ES" sz="2400" dirty="0"/>
              <a:t>Fecha/hora</a:t>
            </a:r>
          </a:p>
          <a:p>
            <a:pPr lvl="1"/>
            <a:r>
              <a:rPr lang="es-ES" sz="2400" dirty="0"/>
              <a:t>Importe económico</a:t>
            </a:r>
          </a:p>
          <a:p>
            <a:pPr lvl="1"/>
            <a:r>
              <a:rPr lang="es-ES" sz="2400" dirty="0"/>
              <a:t>Nota académica</a:t>
            </a:r>
          </a:p>
          <a:p>
            <a:pPr lvl="1"/>
            <a:r>
              <a:rPr lang="es-ES" sz="2400" dirty="0"/>
              <a:t>Porcentaje descuento</a:t>
            </a:r>
          </a:p>
          <a:p>
            <a:pPr lvl="1"/>
            <a:r>
              <a:rPr lang="es-ES" sz="2400" dirty="0"/>
              <a:t>Posición Geográfica</a:t>
            </a:r>
          </a:p>
          <a:p>
            <a:pPr lvl="1"/>
            <a:endParaRPr lang="es-ES" sz="2400" dirty="0"/>
          </a:p>
          <a:p>
            <a:pPr lvl="1"/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8830802"/>
      </p:ext>
    </p:extLst>
  </p:cSld>
  <p:clrMapOvr>
    <a:masterClrMapping/>
  </p:clrMapOvr>
  <p:transition spd="med">
    <p:wipe dir="d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C2B9E87-8B13-47E9-8006-23EA2F84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Laboratorio de Tipos de datos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012841-5AD0-4B7A-95DF-38D460225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¿Cómo verificar los siguientes tipos de datos?</a:t>
            </a:r>
          </a:p>
          <a:p>
            <a:pPr lvl="1"/>
            <a:r>
              <a:rPr lang="es-ES" sz="2400" dirty="0"/>
              <a:t>Email</a:t>
            </a:r>
          </a:p>
          <a:p>
            <a:pPr lvl="1"/>
            <a:r>
              <a:rPr lang="es-ES" sz="2400" dirty="0"/>
              <a:t>NIF (Número Identificador Fiscal)</a:t>
            </a:r>
          </a:p>
          <a:p>
            <a:pPr lvl="1"/>
            <a:r>
              <a:rPr lang="es-ES" sz="2400" dirty="0"/>
              <a:t>Teléfono</a:t>
            </a:r>
          </a:p>
          <a:p>
            <a:pPr lvl="1"/>
            <a:endParaRPr lang="es-E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¿Cómo encontrar coincidencias en un texto de?</a:t>
            </a:r>
          </a:p>
          <a:p>
            <a:pPr lvl="1"/>
            <a:r>
              <a:rPr lang="es-ES" sz="2400" dirty="0"/>
              <a:t>Email</a:t>
            </a:r>
          </a:p>
          <a:p>
            <a:pPr lvl="1"/>
            <a:r>
              <a:rPr lang="es-ES" sz="2400" dirty="0"/>
              <a:t>Teléfono</a:t>
            </a:r>
          </a:p>
          <a:p>
            <a:pPr lvl="1"/>
            <a:endParaRPr lang="es-ES" sz="2400" dirty="0"/>
          </a:p>
          <a:p>
            <a:pPr lvl="1"/>
            <a:endParaRPr lang="es-ES" sz="2400" dirty="0"/>
          </a:p>
          <a:p>
            <a:pPr lvl="1"/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787281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119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186855" y="3044280"/>
            <a:ext cx="2770375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Constantes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98797899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Constantes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  <a:tabLst>
                <a:tab pos="7981950" algn="r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Declaración de constantes</a:t>
            </a:r>
            <a:r>
              <a:rPr lang="es-ES" sz="2800" dirty="0"/>
              <a:t>	</a:t>
            </a:r>
            <a:r>
              <a:rPr lang="es-ES" i="0" dirty="0"/>
              <a:t>Modificador de acceso </a:t>
            </a:r>
            <a:r>
              <a:rPr lang="es-ES" i="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const</a:t>
            </a:r>
            <a:endParaRPr lang="es-ES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Variables inicializadas a las que no dejamos variar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18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120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grpSp>
        <p:nvGrpSpPr>
          <p:cNvPr id="7" name="16 Grupo"/>
          <p:cNvGrpSpPr/>
          <p:nvPr/>
        </p:nvGrpSpPr>
        <p:grpSpPr>
          <a:xfrm>
            <a:off x="2699792" y="2618095"/>
            <a:ext cx="5472608" cy="400110"/>
            <a:chOff x="2699792" y="2618095"/>
            <a:chExt cx="5472608" cy="400110"/>
          </a:xfrm>
        </p:grpSpPr>
        <p:cxnSp>
          <p:nvCxnSpPr>
            <p:cNvPr id="6" name="5 Conector recto de flecha"/>
            <p:cNvCxnSpPr/>
            <p:nvPr/>
          </p:nvCxnSpPr>
          <p:spPr>
            <a:xfrm>
              <a:off x="2699792" y="2807132"/>
              <a:ext cx="5472608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38 CuadroTexto"/>
            <p:cNvSpPr txBox="1"/>
            <p:nvPr/>
          </p:nvSpPr>
          <p:spPr>
            <a:xfrm>
              <a:off x="3275856" y="2618095"/>
              <a:ext cx="4345741" cy="40011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20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Declaración de variable con inicializador</a:t>
              </a:r>
            </a:p>
          </p:txBody>
        </p:sp>
      </p:grpSp>
      <p:sp>
        <p:nvSpPr>
          <p:cNvPr id="54" name="53 Flecha abajo"/>
          <p:cNvSpPr/>
          <p:nvPr/>
        </p:nvSpPr>
        <p:spPr>
          <a:xfrm>
            <a:off x="2089820" y="2229480"/>
            <a:ext cx="432048" cy="360040"/>
          </a:xfrm>
          <a:prstGeom prst="down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55 Grupo"/>
          <p:cNvGrpSpPr/>
          <p:nvPr/>
        </p:nvGrpSpPr>
        <p:grpSpPr>
          <a:xfrm>
            <a:off x="2267744" y="4869160"/>
            <a:ext cx="4608512" cy="1080120"/>
            <a:chOff x="899592" y="5401791"/>
            <a:chExt cx="4608512" cy="1080120"/>
          </a:xfrm>
        </p:grpSpPr>
        <p:sp>
          <p:nvSpPr>
            <p:cNvPr id="57" name="56 CuadroTexto"/>
            <p:cNvSpPr txBox="1"/>
            <p:nvPr/>
          </p:nvSpPr>
          <p:spPr>
            <a:xfrm>
              <a:off x="899592" y="5416649"/>
              <a:ext cx="4608512" cy="106526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0000">
                <a:spcAft>
                  <a:spcPts val="600"/>
                </a:spcAft>
              </a:pPr>
              <a:r>
                <a:rPr lang="es-E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Programación con buen estilo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:</a:t>
              </a:r>
              <a:b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Pon en mayúscula la primera letra</a:t>
              </a:r>
              <a:b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de una constante o todo su nombre</a:t>
              </a:r>
            </a:p>
          </p:txBody>
        </p:sp>
        <p:pic>
          <p:nvPicPr>
            <p:cNvPr id="58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0179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60" name="59 CuadroTexto"/>
          <p:cNvSpPr txBox="1"/>
          <p:nvPr/>
        </p:nvSpPr>
        <p:spPr>
          <a:xfrm>
            <a:off x="5164726" y="3513202"/>
            <a:ext cx="3583738" cy="70788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 constante no podrá volver a 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aparecer a la izquierda de un 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</a:t>
            </a:r>
          </a:p>
        </p:txBody>
      </p:sp>
      <p:grpSp>
        <p:nvGrpSpPr>
          <p:cNvPr id="9" name="17 Grupo"/>
          <p:cNvGrpSpPr/>
          <p:nvPr/>
        </p:nvGrpSpPr>
        <p:grpSpPr>
          <a:xfrm>
            <a:off x="1331640" y="2632953"/>
            <a:ext cx="1541884" cy="360040"/>
            <a:chOff x="1331640" y="2632953"/>
            <a:chExt cx="1541884" cy="360040"/>
          </a:xfrm>
        </p:grpSpPr>
        <p:cxnSp>
          <p:nvCxnSpPr>
            <p:cNvPr id="33" name="32 Conector recto de flecha"/>
            <p:cNvCxnSpPr/>
            <p:nvPr/>
          </p:nvCxnSpPr>
          <p:spPr>
            <a:xfrm>
              <a:off x="1331640" y="2807132"/>
              <a:ext cx="36004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44 Elipse"/>
            <p:cNvSpPr/>
            <p:nvPr/>
          </p:nvSpPr>
          <p:spPr>
            <a:xfrm>
              <a:off x="1691680" y="2632953"/>
              <a:ext cx="1181844" cy="36004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ES" sz="2000" dirty="0"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const</a:t>
              </a:r>
            </a:p>
          </p:txBody>
        </p:sp>
      </p:grpSp>
      <p:sp>
        <p:nvSpPr>
          <p:cNvPr id="63" name="62 Rectángulo"/>
          <p:cNvSpPr/>
          <p:nvPr/>
        </p:nvSpPr>
        <p:spPr>
          <a:xfrm>
            <a:off x="827584" y="3287886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indent="1588"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srgbClr val="009DD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const </a:t>
            </a: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short 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Meses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12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  <a:p>
            <a:pPr marL="0" lvl="1" indent="1588"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srgbClr val="009DD9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const </a:t>
            </a: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double</a:t>
            </a:r>
            <a:r>
              <a:rPr lang="es-ES" sz="2000" dirty="0">
                <a:solidFill>
                  <a:srgbClr val="FF99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Pi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3.141592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,</a:t>
            </a:r>
          </a:p>
          <a:p>
            <a:pPr marL="0" lvl="1" indent="1588"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000" dirty="0">
                <a:solidFill>
                  <a:srgbClr val="FF99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RATIO = </a:t>
            </a:r>
            <a:r>
              <a:rPr lang="es-E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2.179</a:t>
            </a:r>
            <a:r>
              <a:rPr lang="es-ES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* Pi;</a:t>
            </a:r>
          </a:p>
        </p:txBody>
      </p:sp>
    </p:spTree>
    <p:extLst>
      <p:ext uri="{BB962C8B-B14F-4D97-AF65-F5344CB8AC3E}">
        <p14:creationId xmlns:p14="http://schemas.microsoft.com/office/powerpoint/2010/main" val="80725422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4" grpId="0" animBg="1"/>
      <p:bldP spid="54" grpId="1" animBg="1"/>
      <p:bldP spid="60" grpId="0"/>
      <p:bldP spid="6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¿Por qué utilizar constantes con nombre?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marL="447675" lvl="1" indent="-361950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Aumentan la legibilidad del código</a:t>
            </a:r>
          </a:p>
          <a:p>
            <a:pPr marL="4476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 err="1">
                <a:latin typeface="Consolas" pitchFamily="49" charset="0"/>
              </a:rPr>
              <a:t>cambioPoblacion</a:t>
            </a:r>
            <a:r>
              <a:rPr lang="es-ES" sz="1800" dirty="0">
                <a:latin typeface="Consolas" pitchFamily="49" charset="0"/>
              </a:rPr>
              <a:t> = 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0.1758</a:t>
            </a:r>
            <a:r>
              <a:rPr lang="es-ES" sz="1800" dirty="0">
                <a:latin typeface="Consolas" pitchFamily="49" charset="0"/>
              </a:rPr>
              <a:t> -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</a:rPr>
              <a:t>0.1257</a:t>
            </a:r>
            <a:r>
              <a:rPr lang="es-ES" sz="1800" dirty="0">
                <a:latin typeface="Consolas" pitchFamily="49" charset="0"/>
              </a:rPr>
              <a:t>) * </a:t>
            </a:r>
            <a:r>
              <a:rPr lang="es-ES" sz="1800" dirty="0" err="1">
                <a:latin typeface="Consolas" pitchFamily="49" charset="0"/>
              </a:rPr>
              <a:t>poblacion</a:t>
            </a:r>
            <a:r>
              <a:rPr lang="es-ES" sz="1800" dirty="0">
                <a:latin typeface="Consolas" pitchFamily="49" charset="0"/>
              </a:rPr>
              <a:t>;</a:t>
            </a:r>
            <a:r>
              <a:rPr lang="es-ES" sz="1600" i="1" dirty="0"/>
              <a:t>	</a:t>
            </a:r>
            <a:r>
              <a:rPr lang="es-ES" sz="2400" i="1" dirty="0">
                <a:solidFill>
                  <a:srgbClr val="FFC000"/>
                </a:solidFill>
              </a:rPr>
              <a:t>vs.</a:t>
            </a:r>
            <a:endParaRPr lang="es-ES" sz="1600" i="1" dirty="0">
              <a:solidFill>
                <a:srgbClr val="FFC000"/>
              </a:solidFill>
            </a:endParaRPr>
          </a:p>
          <a:p>
            <a:pPr marL="4476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spc="-50" dirty="0" err="1">
                <a:latin typeface="Consolas" pitchFamily="49" charset="0"/>
              </a:rPr>
              <a:t>cambioPoblacion</a:t>
            </a:r>
            <a:r>
              <a:rPr lang="es-ES" sz="1800" spc="-50" dirty="0">
                <a:latin typeface="Consolas" pitchFamily="49" charset="0"/>
              </a:rPr>
              <a:t> = (</a:t>
            </a:r>
            <a:r>
              <a:rPr lang="es-ES" sz="1800" spc="-50" dirty="0" err="1">
                <a:latin typeface="Consolas" pitchFamily="49" charset="0"/>
              </a:rPr>
              <a:t>RatioNacimientos</a:t>
            </a:r>
            <a:r>
              <a:rPr lang="es-ES" sz="1800" spc="-50" dirty="0">
                <a:latin typeface="Consolas" pitchFamily="49" charset="0"/>
              </a:rPr>
              <a:t> - </a:t>
            </a:r>
            <a:r>
              <a:rPr lang="es-ES" sz="1800" spc="-50" dirty="0" err="1">
                <a:latin typeface="Consolas" pitchFamily="49" charset="0"/>
              </a:rPr>
              <a:t>RatioMuertes</a:t>
            </a:r>
            <a:r>
              <a:rPr lang="es-ES" sz="1800" spc="-50" dirty="0">
                <a:latin typeface="Consolas" pitchFamily="49" charset="0"/>
              </a:rPr>
              <a:t>) * </a:t>
            </a:r>
            <a:r>
              <a:rPr lang="es-ES" sz="1800" spc="-50" dirty="0" err="1">
                <a:latin typeface="Consolas" pitchFamily="49" charset="0"/>
              </a:rPr>
              <a:t>poblacion</a:t>
            </a:r>
            <a:r>
              <a:rPr lang="es-ES" sz="1800" spc="-50" dirty="0">
                <a:latin typeface="Consolas" pitchFamily="49" charset="0"/>
              </a:rPr>
              <a:t>;</a:t>
            </a:r>
          </a:p>
          <a:p>
            <a:pPr marL="447675" lvl="1" indent="-361950">
              <a:spcBef>
                <a:spcPts val="600"/>
              </a:spcBef>
              <a:spcAft>
                <a:spcPts val="600"/>
              </a:spcAft>
            </a:pPr>
            <a:r>
              <a:rPr lang="es-ES" dirty="0"/>
              <a:t>Facilitan la modificación del código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compra1 = bruto1 * </a:t>
            </a:r>
            <a:r>
              <a:rPr lang="es-ES" sz="2000" dirty="0">
                <a:solidFill>
                  <a:srgbClr val="FF0000"/>
                </a:solidFill>
                <a:latin typeface="Consolas" pitchFamily="49" charset="0"/>
              </a:rPr>
              <a:t>18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/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compra2 = bruto2 * </a:t>
            </a:r>
            <a:r>
              <a:rPr lang="es-ES" sz="2000" dirty="0">
                <a:solidFill>
                  <a:srgbClr val="FF0000"/>
                </a:solidFill>
                <a:latin typeface="Consolas" pitchFamily="49" charset="0"/>
              </a:rPr>
              <a:t>18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/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total = compra1 + compra2;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cout &lt;&lt; total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 (IVA: " 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&lt;&lt; </a:t>
            </a:r>
            <a:r>
              <a:rPr lang="es-ES" sz="2000" dirty="0">
                <a:solidFill>
                  <a:srgbClr val="FF0000"/>
                </a:solidFill>
                <a:latin typeface="Consolas" pitchFamily="49" charset="0"/>
              </a:rPr>
              <a:t>18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"%)"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&lt;&lt; endl;</a:t>
            </a:r>
          </a:p>
          <a:p>
            <a:pPr marL="447675" lvl="1" indent="0">
              <a:spcBef>
                <a:spcPts val="1800"/>
              </a:spcBef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</a:rPr>
              <a:t>const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</a:rPr>
              <a:t> IVA = </a:t>
            </a:r>
            <a:r>
              <a:rPr lang="es-ES" sz="2000" dirty="0">
                <a:solidFill>
                  <a:srgbClr val="FF0000"/>
                </a:solidFill>
                <a:latin typeface="Consolas" pitchFamily="49" charset="0"/>
              </a:rPr>
              <a:t>18</a:t>
            </a:r>
            <a:r>
              <a:rPr lang="es-ES" sz="2000" dirty="0">
                <a:latin typeface="Consolas" pitchFamily="49" charset="0"/>
              </a:rPr>
              <a:t>;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compra1 = bruto1 * IVA /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compra2 = bruto2 * IVA /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100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double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total = compra1 + compra2;</a:t>
            </a:r>
          </a:p>
          <a:p>
            <a:pPr marL="447675" lvl="1" indent="0">
              <a:spcBef>
                <a:spcPts val="0"/>
              </a:spcBef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cout &lt;&lt; total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 (IVA: " 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&lt;&lt; IVA &lt;&lt; </a:t>
            </a:r>
            <a:r>
              <a:rPr lang="es-ES" sz="2000" dirty="0">
                <a:solidFill>
                  <a:srgbClr val="FFFF00"/>
                </a:solidFill>
                <a:latin typeface="Consolas" pitchFamily="49" charset="0"/>
              </a:rPr>
              <a:t>"%)"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&lt;&lt; endl;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121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6084168" y="4090789"/>
            <a:ext cx="2878609" cy="40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¿Cambio del IVA al 21%?</a:t>
            </a:r>
          </a:p>
        </p:txBody>
      </p:sp>
      <p:grpSp>
        <p:nvGrpSpPr>
          <p:cNvPr id="8" name="19 Grupo"/>
          <p:cNvGrpSpPr/>
          <p:nvPr/>
        </p:nvGrpSpPr>
        <p:grpSpPr>
          <a:xfrm>
            <a:off x="6614693" y="2852936"/>
            <a:ext cx="1750934" cy="1166639"/>
            <a:chOff x="6115974" y="3271267"/>
            <a:chExt cx="1750934" cy="11666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7" name="6 Conector recto de flecha"/>
            <p:cNvCxnSpPr/>
            <p:nvPr/>
          </p:nvCxnSpPr>
          <p:spPr>
            <a:xfrm rot="5400000" flipH="1" flipV="1">
              <a:off x="7400519" y="3971518"/>
              <a:ext cx="931189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rot="10800000">
              <a:off x="7361262" y="3502596"/>
              <a:ext cx="50406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15 CuadroTexto"/>
            <p:cNvSpPr txBox="1"/>
            <p:nvPr/>
          </p:nvSpPr>
          <p:spPr>
            <a:xfrm>
              <a:off x="6115974" y="3271267"/>
              <a:ext cx="1293944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3 cambios</a:t>
              </a:r>
            </a:p>
          </p:txBody>
        </p:sp>
      </p:grpSp>
      <p:grpSp>
        <p:nvGrpSpPr>
          <p:cNvPr id="10" name="20 Grupo"/>
          <p:cNvGrpSpPr/>
          <p:nvPr/>
        </p:nvGrpSpPr>
        <p:grpSpPr>
          <a:xfrm>
            <a:off x="6725300" y="4451623"/>
            <a:ext cx="1648266" cy="687348"/>
            <a:chOff x="6226581" y="4869954"/>
            <a:chExt cx="1648266" cy="6873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13" name="12 Conector recto de flecha"/>
            <p:cNvCxnSpPr/>
            <p:nvPr/>
          </p:nvCxnSpPr>
          <p:spPr>
            <a:xfrm rot="5400000" flipH="1" flipV="1">
              <a:off x="7614881" y="5121188"/>
              <a:ext cx="50405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 de flecha"/>
            <p:cNvCxnSpPr/>
            <p:nvPr/>
          </p:nvCxnSpPr>
          <p:spPr>
            <a:xfrm rot="10800000">
              <a:off x="7370787" y="5365279"/>
              <a:ext cx="50406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16 CuadroTexto"/>
            <p:cNvSpPr txBox="1"/>
            <p:nvPr/>
          </p:nvSpPr>
          <p:spPr>
            <a:xfrm>
              <a:off x="6226581" y="5157192"/>
              <a:ext cx="118333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1 cambio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586002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122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170667" y="3044280"/>
            <a:ext cx="2802883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Estructuras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0099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Colecciones heterogéneas (tuplas, registros)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prstClr val="white"/>
                </a:solidFill>
              </a:rPr>
              <a:t>Elementos de (posiblemente) distintos tipos: </a:t>
            </a:r>
            <a:r>
              <a:rPr lang="es-ES" i="1" dirty="0">
                <a:solidFill>
                  <a:prstClr val="white"/>
                </a:solidFill>
              </a:rPr>
              <a:t>campos</a:t>
            </a:r>
            <a:endParaRPr lang="es-ES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>
                <a:solidFill>
                  <a:prstClr val="white"/>
                </a:solidFill>
              </a:rPr>
              <a:t>Campos identificados por su nombre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Información relacionada que se puede manejar como una unidad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Acceso a cada elemento por su nombre de campo (operador</a:t>
            </a:r>
            <a:r>
              <a:rPr lang="es-ES" dirty="0">
                <a:latin typeface="Consolas" pitchFamily="49" charset="0"/>
              </a:rPr>
              <a:t>.</a:t>
            </a:r>
            <a:r>
              <a:rPr lang="es-ES" dirty="0"/>
              <a:t>)</a:t>
            </a:r>
            <a:endParaRPr lang="es-ES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Tipos de estructuras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00996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typedef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struct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{</a:t>
            </a:r>
            <a:endParaRPr lang="es-ES" sz="2000" dirty="0">
              <a:solidFill>
                <a:srgbClr val="92D05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...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declaraciones de campos (como variables)</a:t>
            </a:r>
            <a:endParaRPr lang="es-ES" sz="2000" dirty="0">
              <a:solidFill>
                <a:prstClr val="white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12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} </a:t>
            </a:r>
            <a:r>
              <a:rPr lang="es-ES" sz="2000" i="1" dirty="0" err="1">
                <a:solidFill>
                  <a:srgbClr val="FFC000"/>
                </a:solidFill>
                <a:latin typeface="Consolas" pitchFamily="49" charset="0"/>
              </a:rPr>
              <a:t>tTipo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nombre de tipo - ¡al final!</a:t>
            </a:r>
            <a:endParaRPr lang="es-ES" sz="2000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typedef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struct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{</a:t>
            </a:r>
            <a:endParaRPr lang="es-ES" sz="2000" dirty="0">
              <a:solidFill>
                <a:srgbClr val="92D05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string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nombre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string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apellidos;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edad;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string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nif;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}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tPersona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lvl="1" indent="1588">
              <a:spcBef>
                <a:spcPts val="12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Campos: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Tipos estándar o previamente declarado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sz="2000" dirty="0">
              <a:solidFill>
                <a:prstClr val="white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124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Variables de estructuras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00996"/>
          </a:xfrm>
        </p:spPr>
        <p:txBody>
          <a:bodyPr>
            <a:normAutofit lnSpcReduction="10000"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tPersona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persona;</a:t>
            </a:r>
            <a:endParaRPr lang="es-ES" sz="2000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  <a:tabLst>
                <a:tab pos="1790700" algn="l"/>
                <a:tab pos="3943350" algn="l"/>
                <a:tab pos="5381625" algn="l"/>
              </a:tabLst>
            </a:pPr>
            <a:r>
              <a:rPr lang="es-ES" dirty="0">
                <a:solidFill>
                  <a:prstClr val="white"/>
                </a:solidFill>
              </a:rPr>
              <a:t>Las variables de tipo </a:t>
            </a:r>
            <a:r>
              <a:rPr lang="es-ES" dirty="0" err="1">
                <a:solidFill>
                  <a:srgbClr val="FFC000"/>
                </a:solidFill>
                <a:latin typeface="Consolas" pitchFamily="49" charset="0"/>
              </a:rPr>
              <a:t>tPersona</a:t>
            </a:r>
            <a:r>
              <a:rPr lang="es-ES" dirty="0">
                <a:solidFill>
                  <a:prstClr val="white"/>
                </a:solidFill>
              </a:rPr>
              <a:t> contienen cuatro datos (campos):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  <a:tabLst>
                <a:tab pos="1790700" algn="l"/>
                <a:tab pos="3943350" algn="l"/>
                <a:tab pos="5381625" algn="l"/>
              </a:tabLst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nombre</a:t>
            </a:r>
            <a:r>
              <a:rPr lang="es-ES" sz="2000" dirty="0">
                <a:solidFill>
                  <a:prstClr val="white"/>
                </a:solidFill>
              </a:rPr>
              <a:t>	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apellidos</a:t>
            </a:r>
            <a:r>
              <a:rPr lang="es-ES" sz="2000" dirty="0">
                <a:solidFill>
                  <a:prstClr val="white"/>
                </a:solidFill>
              </a:rPr>
              <a:t>	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edad</a:t>
            </a:r>
            <a:r>
              <a:rPr lang="es-ES" sz="2000" dirty="0">
                <a:solidFill>
                  <a:prstClr val="white"/>
                </a:solidFill>
              </a:rPr>
              <a:t>	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nif</a:t>
            </a:r>
            <a:endParaRPr lang="es-ES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Acceso a los campos con el operador punto (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.</a:t>
            </a:r>
            <a:r>
              <a:rPr lang="es-ES" dirty="0">
                <a:solidFill>
                  <a:prstClr val="white"/>
                </a:solidFill>
              </a:rPr>
              <a:t>):</a:t>
            </a:r>
          </a:p>
          <a:p>
            <a:pPr marL="714375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persona.nombre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una cadena (string)</a:t>
            </a:r>
          </a:p>
          <a:p>
            <a:pPr marL="714375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persona.apellidos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una cadena (string)</a:t>
            </a:r>
          </a:p>
          <a:p>
            <a:pPr marL="714375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persona.edad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un entero (int)</a:t>
            </a:r>
            <a:endParaRPr lang="es-ES" sz="2000" dirty="0">
              <a:solidFill>
                <a:srgbClr val="92D050"/>
              </a:solidFill>
            </a:endParaRPr>
          </a:p>
          <a:p>
            <a:pPr marL="714375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persona.nif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una cadena (string)</a:t>
            </a:r>
          </a:p>
          <a:p>
            <a:pPr lvl="1" indent="1588">
              <a:spcBef>
                <a:spcPts val="6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Podemos copiar dos estructuras directamente: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tPersona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persona1, persona2;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...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persona2 = persona1;</a:t>
            </a:r>
            <a:endParaRPr lang="es-ES" sz="2000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Se copian todos los campos a la vez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125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00996"/>
          </a:xfrm>
        </p:spPr>
        <p:txBody>
          <a:bodyPr>
            <a:normAutofit/>
          </a:bodyPr>
          <a:lstStyle/>
          <a:p>
            <a:pPr lvl="1" indent="1588">
              <a:lnSpc>
                <a:spcPts val="2200"/>
              </a:lnSpc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typedef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struct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{</a:t>
            </a:r>
            <a:endParaRPr lang="es-ES" sz="2000" dirty="0">
              <a:solidFill>
                <a:srgbClr val="92D050"/>
              </a:solidFill>
              <a:latin typeface="Consolas" pitchFamily="49" charset="0"/>
            </a:endParaRPr>
          </a:p>
          <a:p>
            <a:pPr lvl="1" indent="1588">
              <a:lnSpc>
                <a:spcPts val="2200"/>
              </a:lnSpc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string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nombre;</a:t>
            </a:r>
          </a:p>
          <a:p>
            <a:pPr lvl="1" indent="1588">
              <a:lnSpc>
                <a:spcPts val="2200"/>
              </a:lnSpc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string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apellidos;</a:t>
            </a:r>
          </a:p>
          <a:p>
            <a:pPr lvl="1" indent="1588">
              <a:lnSpc>
                <a:spcPts val="2200"/>
              </a:lnSpc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edad;</a:t>
            </a:r>
          </a:p>
          <a:p>
            <a:pPr lvl="1" indent="1588">
              <a:lnSpc>
                <a:spcPts val="2200"/>
              </a:lnSpc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string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nif;</a:t>
            </a:r>
          </a:p>
          <a:p>
            <a:pPr lvl="1" indent="1588">
              <a:lnSpc>
                <a:spcPts val="2200"/>
              </a:lnSpc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}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tPersona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  <a:endParaRPr lang="es-ES" sz="2000" dirty="0">
              <a:solidFill>
                <a:srgbClr val="92D050"/>
              </a:solidFill>
              <a:latin typeface="Consolas" pitchFamily="49" charset="0"/>
            </a:endParaRPr>
          </a:p>
          <a:p>
            <a:pPr lvl="1" indent="1588">
              <a:lnSpc>
                <a:spcPts val="2200"/>
              </a:lnSpc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tPersona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persona;</a:t>
            </a:r>
            <a:br>
              <a:rPr lang="es-ES" sz="2000" dirty="0">
                <a:solidFill>
                  <a:prstClr val="white"/>
                </a:solidFill>
              </a:rPr>
            </a:br>
            <a:endParaRPr lang="es-ES" sz="2000" dirty="0">
              <a:solidFill>
                <a:srgbClr val="92D050"/>
              </a:solidFill>
            </a:endParaRPr>
          </a:p>
        </p:txBody>
      </p:sp>
      <p:sp>
        <p:nvSpPr>
          <p:cNvPr id="19" name="18 Rectángulo"/>
          <p:cNvSpPr/>
          <p:nvPr/>
        </p:nvSpPr>
        <p:spPr>
          <a:xfrm>
            <a:off x="899592" y="3664074"/>
            <a:ext cx="3960440" cy="24482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Agrupación de datos heterogéneos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126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  <p:grpSp>
        <p:nvGrpSpPr>
          <p:cNvPr id="6" name="14 Grupo"/>
          <p:cNvGrpSpPr/>
          <p:nvPr/>
        </p:nvGrpSpPr>
        <p:grpSpPr>
          <a:xfrm>
            <a:off x="1351512" y="3846803"/>
            <a:ext cx="3193698" cy="369332"/>
            <a:chOff x="1594326" y="3573016"/>
            <a:chExt cx="3193698" cy="3693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6 CuadroTexto"/>
            <p:cNvSpPr txBox="1"/>
            <p:nvPr/>
          </p:nvSpPr>
          <p:spPr>
            <a:xfrm>
              <a:off x="2523964" y="3573016"/>
              <a:ext cx="2264060" cy="36933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Luis Antonio</a:t>
              </a:r>
            </a:p>
          </p:txBody>
        </p:sp>
        <p:sp>
          <p:nvSpPr>
            <p:cNvPr id="8" name="7 CuadroTexto"/>
            <p:cNvSpPr txBox="1"/>
            <p:nvPr/>
          </p:nvSpPr>
          <p:spPr>
            <a:xfrm>
              <a:off x="1594326" y="3573016"/>
              <a:ext cx="944490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nombre</a:t>
              </a:r>
            </a:p>
          </p:txBody>
        </p:sp>
      </p:grpSp>
      <p:grpSp>
        <p:nvGrpSpPr>
          <p:cNvPr id="15" name="15 Grupo"/>
          <p:cNvGrpSpPr/>
          <p:nvPr/>
        </p:nvGrpSpPr>
        <p:grpSpPr>
          <a:xfrm>
            <a:off x="971600" y="4398864"/>
            <a:ext cx="3573610" cy="369332"/>
            <a:chOff x="1214414" y="4077072"/>
            <a:chExt cx="3573610" cy="3693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8 CuadroTexto"/>
            <p:cNvSpPr txBox="1"/>
            <p:nvPr/>
          </p:nvSpPr>
          <p:spPr>
            <a:xfrm>
              <a:off x="2523964" y="4077072"/>
              <a:ext cx="2264060" cy="36933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Hernández Yáñez</a:t>
              </a:r>
            </a:p>
          </p:txBody>
        </p:sp>
        <p:sp>
          <p:nvSpPr>
            <p:cNvPr id="10" name="9 CuadroTexto"/>
            <p:cNvSpPr txBox="1"/>
            <p:nvPr/>
          </p:nvSpPr>
          <p:spPr>
            <a:xfrm>
              <a:off x="1214414" y="4077072"/>
              <a:ext cx="1324402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apellidos</a:t>
              </a:r>
            </a:p>
          </p:txBody>
        </p:sp>
      </p:grpSp>
      <p:grpSp>
        <p:nvGrpSpPr>
          <p:cNvPr id="16" name="16 Grupo"/>
          <p:cNvGrpSpPr/>
          <p:nvPr/>
        </p:nvGrpSpPr>
        <p:grpSpPr>
          <a:xfrm>
            <a:off x="1604787" y="4950925"/>
            <a:ext cx="1284239" cy="369332"/>
            <a:chOff x="1847601" y="4653136"/>
            <a:chExt cx="1284239" cy="3693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10 CuadroTexto"/>
            <p:cNvSpPr txBox="1"/>
            <p:nvPr/>
          </p:nvSpPr>
          <p:spPr>
            <a:xfrm>
              <a:off x="2523964" y="4653136"/>
              <a:ext cx="607876" cy="36933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22</a:t>
              </a:r>
              <a:endPara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sp>
          <p:nvSpPr>
            <p:cNvPr id="12" name="11 CuadroTexto"/>
            <p:cNvSpPr txBox="1"/>
            <p:nvPr/>
          </p:nvSpPr>
          <p:spPr>
            <a:xfrm>
              <a:off x="1847601" y="4653136"/>
              <a:ext cx="69121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edad</a:t>
              </a:r>
            </a:p>
          </p:txBody>
        </p:sp>
      </p:grpSp>
      <p:grpSp>
        <p:nvGrpSpPr>
          <p:cNvPr id="17" name="17 Grupo"/>
          <p:cNvGrpSpPr/>
          <p:nvPr/>
        </p:nvGrpSpPr>
        <p:grpSpPr>
          <a:xfrm>
            <a:off x="1731424" y="5502987"/>
            <a:ext cx="2093706" cy="369332"/>
            <a:chOff x="1974238" y="5229200"/>
            <a:chExt cx="2093706" cy="3693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12 CuadroTexto"/>
            <p:cNvSpPr txBox="1"/>
            <p:nvPr/>
          </p:nvSpPr>
          <p:spPr>
            <a:xfrm>
              <a:off x="2523964" y="5229200"/>
              <a:ext cx="1543980" cy="36933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00223344F</a:t>
              </a:r>
            </a:p>
          </p:txBody>
        </p:sp>
        <p:sp>
          <p:nvSpPr>
            <p:cNvPr id="14" name="13 CuadroTexto"/>
            <p:cNvSpPr txBox="1"/>
            <p:nvPr/>
          </p:nvSpPr>
          <p:spPr>
            <a:xfrm>
              <a:off x="1974238" y="5229200"/>
              <a:ext cx="564578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nif</a:t>
              </a:r>
            </a:p>
          </p:txBody>
        </p:sp>
      </p:grpSp>
      <p:graphicFrame>
        <p:nvGraphicFramePr>
          <p:cNvPr id="20" name="19 Tabla"/>
          <p:cNvGraphicFramePr>
            <a:graphicFrameLocks noGrp="1"/>
          </p:cNvGraphicFramePr>
          <p:nvPr/>
        </p:nvGraphicFramePr>
        <p:xfrm>
          <a:off x="5580112" y="1579833"/>
          <a:ext cx="3086000" cy="3822872"/>
        </p:xfrm>
        <a:graphic>
          <a:graphicData uri="http://schemas.openxmlformats.org/drawingml/2006/table">
            <a:tbl>
              <a:tblPr firstRow="1" bandRow="1"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{D113A9D2-9D6B-4929-AA2D-F23B5EE8CBE7}</a:tableStyleId>
              </a:tblPr>
              <a:tblGrid>
                <a:gridCol w="1861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755">
                <a:tc>
                  <a:txBody>
                    <a:bodyPr/>
                    <a:lstStyle/>
                    <a:p>
                      <a:pPr algn="l"/>
                      <a:endParaRPr lang="es-ES" sz="16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0" dirty="0"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Memoria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855">
                <a:tc>
                  <a:txBody>
                    <a:bodyPr/>
                    <a:lstStyle/>
                    <a:p>
                      <a:pPr algn="r"/>
                      <a:r>
                        <a:rPr lang="es-ES" sz="14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persona.nombre</a:t>
                      </a:r>
                      <a:endParaRPr lang="es-ES" sz="11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Luis Antonio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2128">
                <a:tc>
                  <a:txBody>
                    <a:bodyPr/>
                    <a:lstStyle/>
                    <a:p>
                      <a:pPr algn="r"/>
                      <a:r>
                        <a:rPr lang="es-ES" sz="14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persona.apellidos</a:t>
                      </a:r>
                      <a:endParaRPr lang="es-ES" sz="11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Hernández Yáñez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persona.edad</a:t>
                      </a:r>
                      <a:endParaRPr lang="es-ES" sz="11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22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569">
                <a:tc>
                  <a:txBody>
                    <a:bodyPr/>
                    <a:lstStyle/>
                    <a:p>
                      <a:pPr algn="r"/>
                      <a:r>
                        <a:rPr lang="es-ES" sz="14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persona.nif</a:t>
                      </a:r>
                      <a:endParaRPr lang="es-ES" sz="11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itchFamily="49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</a:rPr>
                        <a:t>00223344F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20 CuadroTexto"/>
          <p:cNvSpPr txBox="1"/>
          <p:nvPr/>
        </p:nvSpPr>
        <p:spPr>
          <a:xfrm>
            <a:off x="899592" y="3284984"/>
            <a:ext cx="1071127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persona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Elementos sin orden establecido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00996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typedef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struct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{</a:t>
            </a:r>
            <a:endParaRPr lang="es-ES" sz="2000" dirty="0">
              <a:solidFill>
                <a:srgbClr val="92D05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string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nombre;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string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apellidos;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int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edad;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string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nif;</a:t>
            </a:r>
          </a:p>
          <a:p>
            <a:pPr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}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tPersona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  <a:endParaRPr lang="es-ES" sz="2000" dirty="0">
              <a:solidFill>
                <a:srgbClr val="92D050"/>
              </a:solidFill>
              <a:latin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tPersona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persona;</a:t>
            </a:r>
          </a:p>
          <a:p>
            <a:pPr lvl="1" indent="1588">
              <a:lnSpc>
                <a:spcPts val="2200"/>
              </a:lnSpc>
              <a:spcBef>
                <a:spcPts val="12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Los campos no siguen ningún orden establecido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Acceso directo por nombre de campo (operador </a:t>
            </a:r>
            <a:r>
              <a:rPr lang="es-ES" dirty="0">
                <a:solidFill>
                  <a:prstClr val="white"/>
                </a:solidFill>
                <a:latin typeface="Consolas" pitchFamily="49" charset="0"/>
              </a:rPr>
              <a:t>.</a:t>
            </a:r>
            <a:r>
              <a:rPr lang="es-ES" dirty="0">
                <a:solidFill>
                  <a:prstClr val="white"/>
                </a:solidFill>
              </a:rPr>
              <a:t>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Con cada campo se puede hacer lo que permita su tipo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127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Estructuras dentro de estructuras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00996"/>
          </a:xfrm>
        </p:spPr>
        <p:txBody>
          <a:bodyPr>
            <a:normAutofit/>
          </a:bodyPr>
          <a:lstStyle/>
          <a:p>
            <a:pPr marL="893763" lvl="1" indent="1588" defTabSz="2676525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  <a:tabLst>
                <a:tab pos="4305300" algn="l"/>
              </a:tabLst>
            </a:pP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typedef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struct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{	</a:t>
            </a:r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typedef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struct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{ </a:t>
            </a:r>
            <a:br>
              <a:rPr lang="es-ES" sz="2000" dirty="0">
                <a:solidFill>
                  <a:prstClr val="white"/>
                </a:solidFill>
                <a:latin typeface="Consolas" pitchFamily="49" charset="0"/>
              </a:rPr>
            </a:b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string </a:t>
            </a: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dni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	   ...</a:t>
            </a:r>
            <a:br>
              <a:rPr lang="es-ES" sz="2000" dirty="0">
                <a:solidFill>
                  <a:prstClr val="white"/>
                </a:solidFill>
                <a:latin typeface="Consolas" pitchFamily="49" charset="0"/>
              </a:rPr>
            </a:b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 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char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letra;	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  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tNif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nif;</a:t>
            </a:r>
            <a:br>
              <a:rPr lang="es-ES" sz="2000" dirty="0">
                <a:solidFill>
                  <a:prstClr val="white"/>
                </a:solidFill>
                <a:latin typeface="Consolas" pitchFamily="49" charset="0"/>
              </a:rPr>
            </a:b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}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</a:rPr>
              <a:t>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tNif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	} </a:t>
            </a: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tPersona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;</a:t>
            </a:r>
          </a:p>
          <a:p>
            <a:pPr marL="361950" lvl="1" indent="1588" defTabSz="2676525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  <a:tabLst>
                <a:tab pos="4305300" algn="l"/>
              </a:tabLst>
            </a:pPr>
            <a:endParaRPr lang="es-ES" sz="2000" dirty="0">
              <a:solidFill>
                <a:srgbClr val="FFC000"/>
              </a:solidFill>
              <a:latin typeface="Consolas" pitchFamily="49" charset="0"/>
            </a:endParaRPr>
          </a:p>
          <a:p>
            <a:pPr marL="361950" lvl="1" indent="1588" defTabSz="2676525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  <a:tabLst>
                <a:tab pos="4305300" algn="l"/>
              </a:tabLst>
            </a:pPr>
            <a:r>
              <a:rPr lang="es-ES" sz="2000" dirty="0" err="1">
                <a:solidFill>
                  <a:srgbClr val="FFC000"/>
                </a:solidFill>
                <a:latin typeface="Consolas" pitchFamily="49" charset="0"/>
              </a:rPr>
              <a:t>tPersona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persona;</a:t>
            </a:r>
          </a:p>
          <a:p>
            <a:pPr lvl="1" indent="1588">
              <a:spcBef>
                <a:spcPts val="12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Acceso al NIF completo: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persona.nif</a:t>
            </a:r>
            <a:r>
              <a:rPr lang="es-ES" sz="2000" dirty="0">
                <a:solidFill>
                  <a:prstClr val="white"/>
                </a:solidFill>
                <a:latin typeface="Consolas" pitchFamily="49" charset="0"/>
              </a:rPr>
              <a:t> </a:t>
            </a:r>
            <a:r>
              <a:rPr lang="es-ES" sz="2000" dirty="0">
                <a:solidFill>
                  <a:srgbClr val="92D050"/>
                </a:solidFill>
                <a:latin typeface="Consolas" pitchFamily="49" charset="0"/>
              </a:rPr>
              <a:t>// Otra estructura</a:t>
            </a:r>
            <a:endParaRPr lang="es-ES" dirty="0">
              <a:solidFill>
                <a:srgbClr val="92D050"/>
              </a:solidFill>
            </a:endParaRPr>
          </a:p>
          <a:p>
            <a:pPr lvl="1" indent="1588">
              <a:spcBef>
                <a:spcPts val="12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Acceso a la letra del NIF: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persona.nif.letra</a:t>
            </a:r>
            <a:endParaRPr lang="es-ES" dirty="0">
              <a:solidFill>
                <a:prstClr val="white"/>
              </a:solidFill>
            </a:endParaRPr>
          </a:p>
          <a:p>
            <a:pPr lvl="1" indent="1588">
              <a:spcBef>
                <a:spcPts val="12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</a:rPr>
              <a:t>Acceso al DNI: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sz="2000" dirty="0" err="1">
                <a:solidFill>
                  <a:prstClr val="white"/>
                </a:solidFill>
                <a:latin typeface="Consolas" pitchFamily="49" charset="0"/>
              </a:rPr>
              <a:t>persona.nif.dni</a:t>
            </a:r>
            <a:endParaRPr lang="es-ES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sz="2000" dirty="0">
              <a:solidFill>
                <a:prstClr val="white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128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de datos estructurados</a:t>
            </a:r>
          </a:p>
        </p:txBody>
      </p:sp>
      <p:cxnSp>
        <p:nvCxnSpPr>
          <p:cNvPr id="10" name="9 Conector recto de flecha"/>
          <p:cNvCxnSpPr/>
          <p:nvPr/>
        </p:nvCxnSpPr>
        <p:spPr>
          <a:xfrm flipV="1">
            <a:off x="2455962" y="1844824"/>
            <a:ext cx="2736304" cy="288032"/>
          </a:xfrm>
          <a:prstGeom prst="straightConnector1">
            <a:avLst/>
          </a:prstGeom>
          <a:ln w="28575">
            <a:solidFill>
              <a:srgbClr val="FFC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172 Grupo"/>
          <p:cNvGrpSpPr/>
          <p:nvPr/>
        </p:nvGrpSpPr>
        <p:grpSpPr>
          <a:xfrm>
            <a:off x="5739192" y="2636912"/>
            <a:ext cx="2937264" cy="2560930"/>
            <a:chOff x="3851920" y="1124744"/>
            <a:chExt cx="2937264" cy="256093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5 Rectángulo"/>
            <p:cNvSpPr/>
            <p:nvPr/>
          </p:nvSpPr>
          <p:spPr>
            <a:xfrm>
              <a:off x="3851920" y="1453426"/>
              <a:ext cx="2937264" cy="223224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/>
            </a:p>
          </p:txBody>
        </p:sp>
        <p:sp>
          <p:nvSpPr>
            <p:cNvPr id="13" name="7 CuadroTexto"/>
            <p:cNvSpPr txBox="1"/>
            <p:nvPr/>
          </p:nvSpPr>
          <p:spPr>
            <a:xfrm>
              <a:off x="4786366" y="1636155"/>
              <a:ext cx="1080000" cy="21600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endParaRPr lang="es-E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sp>
          <p:nvSpPr>
            <p:cNvPr id="14" name="8 CuadroTexto"/>
            <p:cNvSpPr txBox="1"/>
            <p:nvPr/>
          </p:nvSpPr>
          <p:spPr>
            <a:xfrm>
              <a:off x="4106797" y="1597442"/>
              <a:ext cx="694421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nombre</a:t>
              </a:r>
            </a:p>
          </p:txBody>
        </p:sp>
        <p:sp>
          <p:nvSpPr>
            <p:cNvPr id="15" name="10 CuadroTexto"/>
            <p:cNvSpPr txBox="1"/>
            <p:nvPr/>
          </p:nvSpPr>
          <p:spPr>
            <a:xfrm>
              <a:off x="4786366" y="1924187"/>
              <a:ext cx="1080000" cy="21600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endParaRPr lang="es-E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sp>
          <p:nvSpPr>
            <p:cNvPr id="16" name="11 CuadroTexto"/>
            <p:cNvSpPr txBox="1"/>
            <p:nvPr/>
          </p:nvSpPr>
          <p:spPr>
            <a:xfrm>
              <a:off x="3851920" y="1885474"/>
              <a:ext cx="949298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apellidos</a:t>
              </a:r>
            </a:p>
          </p:txBody>
        </p:sp>
        <p:sp>
          <p:nvSpPr>
            <p:cNvPr id="17" name="13 CuadroTexto"/>
            <p:cNvSpPr txBox="1"/>
            <p:nvPr/>
          </p:nvSpPr>
          <p:spPr>
            <a:xfrm>
              <a:off x="4786366" y="2212219"/>
              <a:ext cx="360000" cy="21600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r">
                <a:spcAft>
                  <a:spcPts val="600"/>
                </a:spcAft>
              </a:pPr>
              <a:endParaRPr lang="es-E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  <p:sp>
          <p:nvSpPr>
            <p:cNvPr id="18" name="14 CuadroTexto"/>
            <p:cNvSpPr txBox="1"/>
            <p:nvPr/>
          </p:nvSpPr>
          <p:spPr>
            <a:xfrm>
              <a:off x="4276715" y="2173506"/>
              <a:ext cx="524503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edad</a:t>
              </a:r>
            </a:p>
          </p:txBody>
        </p:sp>
        <p:sp>
          <p:nvSpPr>
            <p:cNvPr id="19" name="17 CuadroTexto"/>
            <p:cNvSpPr txBox="1"/>
            <p:nvPr/>
          </p:nvSpPr>
          <p:spPr>
            <a:xfrm>
              <a:off x="4361675" y="2533546"/>
              <a:ext cx="439543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r">
                <a:spcAft>
                  <a:spcPts val="600"/>
                </a:spcAft>
              </a:pPr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nif</a:t>
              </a:r>
            </a:p>
          </p:txBody>
        </p:sp>
        <p:sp>
          <p:nvSpPr>
            <p:cNvPr id="20" name="23 CuadroTexto"/>
            <p:cNvSpPr txBox="1"/>
            <p:nvPr/>
          </p:nvSpPr>
          <p:spPr>
            <a:xfrm>
              <a:off x="3851920" y="1124744"/>
              <a:ext cx="119776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 err="1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tPersona</a:t>
              </a:r>
              <a:endPara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</p:grpSp>
      <p:grpSp>
        <p:nvGrpSpPr>
          <p:cNvPr id="21" name="171 Grupo"/>
          <p:cNvGrpSpPr/>
          <p:nvPr/>
        </p:nvGrpSpPr>
        <p:grpSpPr>
          <a:xfrm>
            <a:off x="6716783" y="3757682"/>
            <a:ext cx="1815657" cy="1261174"/>
            <a:chOff x="4829511" y="2245514"/>
            <a:chExt cx="1815657" cy="1261174"/>
          </a:xfrm>
        </p:grpSpPr>
        <p:grpSp>
          <p:nvGrpSpPr>
            <p:cNvPr id="22" name="22 Grupo"/>
            <p:cNvGrpSpPr/>
            <p:nvPr/>
          </p:nvGrpSpPr>
          <p:grpSpPr>
            <a:xfrm>
              <a:off x="4829511" y="2550691"/>
              <a:ext cx="1800000" cy="955997"/>
              <a:chOff x="5700322" y="2510041"/>
              <a:chExt cx="1800000" cy="955997"/>
            </a:xfrm>
          </p:grpSpPr>
          <p:sp>
            <p:nvSpPr>
              <p:cNvPr id="24" name="21 Rectángulo"/>
              <p:cNvSpPr/>
              <p:nvPr/>
            </p:nvSpPr>
            <p:spPr>
              <a:xfrm>
                <a:off x="5700322" y="2510041"/>
                <a:ext cx="1800000" cy="95599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1200"/>
              </a:p>
            </p:txBody>
          </p:sp>
          <p:sp>
            <p:nvSpPr>
              <p:cNvPr id="25" name="16 CuadroTexto"/>
              <p:cNvSpPr txBox="1"/>
              <p:nvPr/>
            </p:nvSpPr>
            <p:spPr>
              <a:xfrm>
                <a:off x="6300312" y="2686658"/>
                <a:ext cx="1080000" cy="216000"/>
              </a:xfrm>
              <a:prstGeom prst="rect">
                <a:avLst/>
              </a:prstGeom>
              <a:ln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endPara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endParaRPr>
              </a:p>
            </p:txBody>
          </p:sp>
          <p:sp>
            <p:nvSpPr>
              <p:cNvPr id="26" name="18 CuadroTexto"/>
              <p:cNvSpPr txBox="1"/>
              <p:nvPr/>
            </p:nvSpPr>
            <p:spPr>
              <a:xfrm>
                <a:off x="5860648" y="2647945"/>
                <a:ext cx="439544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r">
                  <a:spcAft>
                    <a:spcPts val="600"/>
                  </a:spcAft>
                </a:pPr>
                <a:r>
                  <a:rPr lang="es-ES" sz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dni</a:t>
                </a:r>
                <a:endPara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endParaRPr>
              </a:p>
            </p:txBody>
          </p:sp>
          <p:sp>
            <p:nvSpPr>
              <p:cNvPr id="27" name="19 CuadroTexto"/>
              <p:cNvSpPr txBox="1"/>
              <p:nvPr/>
            </p:nvSpPr>
            <p:spPr>
              <a:xfrm>
                <a:off x="6305787" y="2988040"/>
                <a:ext cx="360000" cy="216000"/>
              </a:xfrm>
              <a:prstGeom prst="rect">
                <a:avLst/>
              </a:prstGeom>
              <a:ln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r">
                  <a:spcAft>
                    <a:spcPts val="600"/>
                  </a:spcAft>
                </a:pPr>
                <a:endPara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endParaRPr>
              </a:p>
            </p:txBody>
          </p:sp>
          <p:sp>
            <p:nvSpPr>
              <p:cNvPr id="28" name="20 CuadroTexto"/>
              <p:cNvSpPr txBox="1"/>
              <p:nvPr/>
            </p:nvSpPr>
            <p:spPr>
              <a:xfrm>
                <a:off x="5711177" y="2949327"/>
                <a:ext cx="609462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r">
                  <a:spcAft>
                    <a:spcPts val="600"/>
                  </a:spcAft>
                </a:pPr>
                <a:r>
                  <a:rPr lang="es-ES" sz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letra</a:t>
                </a:r>
              </a:p>
            </p:txBody>
          </p:sp>
        </p:grpSp>
        <p:sp>
          <p:nvSpPr>
            <p:cNvPr id="23" name="24 CuadroTexto"/>
            <p:cNvSpPr txBox="1"/>
            <p:nvPr/>
          </p:nvSpPr>
          <p:spPr>
            <a:xfrm>
              <a:off x="5953953" y="2245514"/>
              <a:ext cx="69121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 err="1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tNif</a:t>
              </a:r>
              <a:endParaRPr lang="es-E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683304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5" presetClass="emph" presetSubtype="0" repeatCount="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90736"/>
            <a:ext cx="8229600" cy="500066"/>
          </a:xfrm>
        </p:spPr>
        <p:txBody>
          <a:bodyPr/>
          <a:lstStyle/>
          <a:p>
            <a:r>
              <a:rPr lang="es-ES" dirty="0"/>
              <a:t>Acerca de </a:t>
            </a:r>
            <a:r>
              <a:rPr lang="es-ES" i="1" dirty="0" err="1"/>
              <a:t>Creative</a:t>
            </a:r>
            <a:r>
              <a:rPr lang="es-ES" i="1" dirty="0"/>
              <a:t> </a:t>
            </a:r>
            <a:r>
              <a:rPr lang="es-ES" i="1" dirty="0" err="1"/>
              <a:t>Commons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2898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Licencia CC (</a:t>
            </a:r>
            <a:r>
              <a:rPr lang="es-ES" dirty="0" err="1">
                <a:hlinkClick r:id="rId2"/>
              </a:rPr>
              <a:t>Creative</a:t>
            </a:r>
            <a:r>
              <a:rPr lang="es-ES" dirty="0">
                <a:hlinkClick r:id="rId2"/>
              </a:rPr>
              <a:t> </a:t>
            </a:r>
            <a:r>
              <a:rPr lang="es-ES" dirty="0" err="1">
                <a:hlinkClick r:id="rId2"/>
              </a:rPr>
              <a:t>Commons</a:t>
            </a:r>
            <a:r>
              <a:rPr lang="es-ES" dirty="0"/>
              <a:t>)</a:t>
            </a:r>
            <a:endParaRPr lang="es-ES" i="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Este tipo de licencias ofrecen algunos derechos a terceras personas bajo ciertas condiciones.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Este documento tiene establecidas las siguientes: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Pulsa en la imagen de arriba a la derecha para saber más.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Tipos e instrucciones I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129</a:t>
            </a:fld>
            <a:endParaRPr lang="en-US" dirty="0"/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1547664" y="2757115"/>
            <a:ext cx="6543458" cy="2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Reconocimiento (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Attribution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En cualquier explotación de la obra autorizada por la licencia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hará falta reconocer la autoría.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No comercial (</a:t>
            </a:r>
            <a:r>
              <a:rPr kumimoji="0" lang="es-E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Non 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commercial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La explotación de la obra queda limitada a usos no comerciales.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Compartir igual (</a:t>
            </a:r>
            <a:r>
              <a:rPr kumimoji="0" lang="es-E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Share 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alike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La explotación autorizada incluye la creación de obras derivadas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siempre que mantengan la misma licencia al ser divulgadas.</a:t>
            </a:r>
          </a:p>
        </p:txBody>
      </p:sp>
      <p:pic>
        <p:nvPicPr>
          <p:cNvPr id="45065" name="Picture 9" descr="attribution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2757115"/>
            <a:ext cx="409575" cy="409575"/>
          </a:xfrm>
          <a:prstGeom prst="rect">
            <a:avLst/>
          </a:prstGeom>
          <a:noFill/>
        </p:spPr>
      </p:pic>
      <p:pic>
        <p:nvPicPr>
          <p:cNvPr id="45066" name="Picture 10" descr="non commercial"/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3746155"/>
            <a:ext cx="409575" cy="409575"/>
          </a:xfrm>
          <a:prstGeom prst="rect">
            <a:avLst/>
          </a:prstGeom>
          <a:noFill/>
        </p:spPr>
      </p:pic>
      <p:pic>
        <p:nvPicPr>
          <p:cNvPr id="45068" name="Picture 12" descr="share alike"/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4416700"/>
            <a:ext cx="409575" cy="409575"/>
          </a:xfrm>
          <a:prstGeom prst="rect">
            <a:avLst/>
          </a:prstGeom>
          <a:noFill/>
        </p:spPr>
      </p:pic>
      <p:pic>
        <p:nvPicPr>
          <p:cNvPr id="18" name="17 Imagen" descr="CreativeCommons.png">
            <a:hlinkClick r:id="rId6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29454" y="381223"/>
            <a:ext cx="1919288" cy="671513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>
        <a:noFill/>
        <a:ln>
          <a:solidFill>
            <a:srgbClr val="FFC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C000"/>
          </a:solidFill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/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wrap="none" rtlCol="0">
        <a:spAutoFit/>
      </a:bodyPr>
      <a:lstStyle>
        <a:defPPr algn="ctr">
          <a:spcAft>
            <a:spcPts val="600"/>
          </a:spcAft>
          <a:defRPr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5587</Words>
  <Application>Microsoft Office PowerPoint</Application>
  <PresentationFormat>Presentación en pantalla (4:3)</PresentationFormat>
  <Paragraphs>1229</Paragraphs>
  <Slides>82</Slides>
  <Notes>3</Notes>
  <HiddenSlides>1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82</vt:i4>
      </vt:variant>
    </vt:vector>
  </HeadingPairs>
  <TitlesOfParts>
    <vt:vector size="91" baseType="lpstr">
      <vt:lpstr>Calibri</vt:lpstr>
      <vt:lpstr>Cambria</vt:lpstr>
      <vt:lpstr>Consolas</vt:lpstr>
      <vt:lpstr>Constantia</vt:lpstr>
      <vt:lpstr>Courier New</vt:lpstr>
      <vt:lpstr>Wingdings</vt:lpstr>
      <vt:lpstr>Wingdings 2</vt:lpstr>
      <vt:lpstr>Flow</vt:lpstr>
      <vt:lpstr>Ecuación</vt:lpstr>
      <vt:lpstr>Tipos e instrucciones</vt:lpstr>
      <vt:lpstr>Fundamentos de la programación</vt:lpstr>
      <vt:lpstr>Tipos, valores y variables</vt:lpstr>
      <vt:lpstr>Tipos</vt:lpstr>
      <vt:lpstr>Fundamentos de la programación</vt:lpstr>
      <vt:lpstr>Tipos de datos</vt:lpstr>
      <vt:lpstr>Tipos de datos básicos</vt:lpstr>
      <vt:lpstr>Conversión entre bases</vt:lpstr>
      <vt:lpstr>int</vt:lpstr>
      <vt:lpstr>int</vt:lpstr>
      <vt:lpstr>float</vt:lpstr>
      <vt:lpstr>Notación científica</vt:lpstr>
      <vt:lpstr>double</vt:lpstr>
      <vt:lpstr>bool</vt:lpstr>
      <vt:lpstr>char</vt:lpstr>
      <vt:lpstr>char</vt:lpstr>
      <vt:lpstr>string</vt:lpstr>
      <vt:lpstr>Fundamentos de la programación</vt:lpstr>
      <vt:lpstr>Conversiones automáticas de tipos</vt:lpstr>
      <vt:lpstr>Conversiones seguras y no seguras</vt:lpstr>
      <vt:lpstr>Moldes (casts)</vt:lpstr>
      <vt:lpstr>Fundamentos de la programación</vt:lpstr>
      <vt:lpstr>Los datos de los programas</vt:lpstr>
      <vt:lpstr>Fundamentos de la programación</vt:lpstr>
      <vt:lpstr>Variables</vt:lpstr>
      <vt:lpstr>Declaración de variables</vt:lpstr>
      <vt:lpstr>Declaración de variables</vt:lpstr>
      <vt:lpstr>Datos y memoria</vt:lpstr>
      <vt:lpstr>Variables</vt:lpstr>
      <vt:lpstr>Variables</vt:lpstr>
      <vt:lpstr>Inicialización de variables</vt:lpstr>
      <vt:lpstr>Uso de las variables</vt:lpstr>
      <vt:lpstr>Instrucciones de asignación</vt:lpstr>
      <vt:lpstr>Variables, asignación y memoria</vt:lpstr>
      <vt:lpstr>Ejemplo: Intercambio de valores</vt:lpstr>
      <vt:lpstr>Fundamentos de la programación</vt:lpstr>
      <vt:lpstr>Identificadores</vt:lpstr>
      <vt:lpstr>Identificadores</vt:lpstr>
      <vt:lpstr>Identificadores</vt:lpstr>
      <vt:lpstr>Identificadores</vt:lpstr>
      <vt:lpstr>Fundamentos de la programación</vt:lpstr>
      <vt:lpstr>Tipos enumerados</vt:lpstr>
      <vt:lpstr>Tipos enumerados</vt:lpstr>
      <vt:lpstr>Fundamentos de la programación</vt:lpstr>
      <vt:lpstr>Cálculos en los programas</vt:lpstr>
      <vt:lpstr>Cálculos en los programas</vt:lpstr>
      <vt:lpstr>Cálculos en los programas</vt:lpstr>
      <vt:lpstr>Fundamentos de la programación</vt:lpstr>
      <vt:lpstr>Expresiones</vt:lpstr>
      <vt:lpstr>Expresiones</vt:lpstr>
      <vt:lpstr>Variables y expresiones</vt:lpstr>
      <vt:lpstr>Variables y expresiones</vt:lpstr>
      <vt:lpstr>Variables y expresiones</vt:lpstr>
      <vt:lpstr>Variables y expresiones</vt:lpstr>
      <vt:lpstr>Fundamentos de la programación</vt:lpstr>
      <vt:lpstr>Operadores</vt:lpstr>
      <vt:lpstr>Operadores aritméticos</vt:lpstr>
      <vt:lpstr>Operadores aritméticos</vt:lpstr>
      <vt:lpstr>Operadores aritméticos</vt:lpstr>
      <vt:lpstr>Operadores aritméticos</vt:lpstr>
      <vt:lpstr>Operadores aritméticos</vt:lpstr>
      <vt:lpstr>Fundamentos de la programación</vt:lpstr>
      <vt:lpstr>Orden de evaluación</vt:lpstr>
      <vt:lpstr>Precedencia de los operadores</vt:lpstr>
      <vt:lpstr>Evaluación de expresiones</vt:lpstr>
      <vt:lpstr>Una fórmula</vt:lpstr>
      <vt:lpstr>Abreviaturas aritméticas</vt:lpstr>
      <vt:lpstr>Desbordamiento</vt:lpstr>
      <vt:lpstr>Tipos de Datos</vt:lpstr>
      <vt:lpstr>Laboratorio de Tipos de datos</vt:lpstr>
      <vt:lpstr>Laboratorio de Tipos de datos</vt:lpstr>
      <vt:lpstr>Fundamentos de la programación</vt:lpstr>
      <vt:lpstr>Constantes</vt:lpstr>
      <vt:lpstr>¿Por qué utilizar constantes con nombre?</vt:lpstr>
      <vt:lpstr>Fundamentos de la programación</vt:lpstr>
      <vt:lpstr>Estructuras</vt:lpstr>
      <vt:lpstr>Tipos de estructuras</vt:lpstr>
      <vt:lpstr>Variables de estructuras</vt:lpstr>
      <vt:lpstr>Agrupación de datos heterogéneos</vt:lpstr>
      <vt:lpstr>Elementos sin orden establecido</vt:lpstr>
      <vt:lpstr>Estructuras dentro de estructuras</vt:lpstr>
      <vt:lpstr>Acerca de Creative Commons</vt:lpstr>
    </vt:vector>
  </TitlesOfParts>
  <Company>UCM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programación</dc:title>
  <dc:creator>Luis</dc:creator>
  <cp:lastModifiedBy>Miguel Ángel Campos Méndez</cp:lastModifiedBy>
  <cp:revision>754</cp:revision>
  <cp:lastPrinted>2013-09-01T18:01:13Z</cp:lastPrinted>
  <dcterms:created xsi:type="dcterms:W3CDTF">2010-03-20T08:32:51Z</dcterms:created>
  <dcterms:modified xsi:type="dcterms:W3CDTF">2021-11-06T13:10:42Z</dcterms:modified>
</cp:coreProperties>
</file>