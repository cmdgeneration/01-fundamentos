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755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6" r:id="rId2"/>
    <p:sldId id="1023" r:id="rId3"/>
    <p:sldId id="1002" r:id="rId4"/>
    <p:sldId id="1028" r:id="rId5"/>
    <p:sldId id="1025" r:id="rId6"/>
    <p:sldId id="422" r:id="rId7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C00000"/>
    <a:srgbClr val="0037A8"/>
    <a:srgbClr val="003366"/>
    <a:srgbClr val="FF9966"/>
    <a:srgbClr val="FF6699"/>
    <a:srgbClr val="9966FF"/>
    <a:srgbClr val="3333CC"/>
    <a:srgbClr val="FFFF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59D5FE-3EDB-4E12-BBAE-34B142CE3F84}" v="88" dt="2021-11-14T19:16:14.5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7CE84F3-28C3-443E-9E96-99CF82512B78}" styleName="Estilo oscuro 1 - Énfasis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724" autoAdjust="0"/>
    <p:restoredTop sz="94660"/>
  </p:normalViewPr>
  <p:slideViewPr>
    <p:cSldViewPr snapToObjects="1">
      <p:cViewPr varScale="1">
        <p:scale>
          <a:sx n="98" d="100"/>
          <a:sy n="98" d="100"/>
        </p:scale>
        <p:origin x="78" y="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8298"/>
    </p:cViewPr>
  </p:sorterViewPr>
  <p:notesViewPr>
    <p:cSldViewPr snapToObjects="1">
      <p:cViewPr varScale="1">
        <p:scale>
          <a:sx n="71" d="100"/>
          <a:sy n="71" d="100"/>
        </p:scale>
        <p:origin x="-3372" y="-108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Ángel Campos Méndez" userId="402d5bdf62ce6c12" providerId="LiveId" clId="{F8A738AE-7528-446C-B1D1-17EB89217014}"/>
    <pc:docChg chg="custSel delSld modSld">
      <pc:chgData name="Miguel Ángel Campos Méndez" userId="402d5bdf62ce6c12" providerId="LiveId" clId="{F8A738AE-7528-446C-B1D1-17EB89217014}" dt="2020-02-23T15:53:39.523" v="72" actId="27636"/>
      <pc:docMkLst>
        <pc:docMk/>
      </pc:docMkLst>
      <pc:sldChg chg="modSp">
        <pc:chgData name="Miguel Ángel Campos Méndez" userId="402d5bdf62ce6c12" providerId="LiveId" clId="{F8A738AE-7528-446C-B1D1-17EB89217014}" dt="2020-02-23T15:53:39.523" v="72" actId="27636"/>
        <pc:sldMkLst>
          <pc:docMk/>
          <pc:sldMk cId="0" sldId="256"/>
        </pc:sldMkLst>
        <pc:spChg chg="mod">
          <ac:chgData name="Miguel Ángel Campos Méndez" userId="402d5bdf62ce6c12" providerId="LiveId" clId="{F8A738AE-7528-446C-B1D1-17EB89217014}" dt="2020-02-23T15:53:39.523" v="72" actId="27636"/>
          <ac:spMkLst>
            <pc:docMk/>
            <pc:sldMk cId="0" sldId="256"/>
            <ac:spMk id="14" creationId="{00000000-0000-0000-0000-000000000000}"/>
          </ac:spMkLst>
        </pc:spChg>
      </pc:sldChg>
      <pc:sldChg chg="del">
        <pc:chgData name="Miguel Ángel Campos Méndez" userId="402d5bdf62ce6c12" providerId="LiveId" clId="{F8A738AE-7528-446C-B1D1-17EB89217014}" dt="2020-02-20T19:55:25.266" v="0" actId="2696"/>
        <pc:sldMkLst>
          <pc:docMk/>
          <pc:sldMk cId="0" sldId="940"/>
        </pc:sldMkLst>
      </pc:sldChg>
      <pc:sldChg chg="del">
        <pc:chgData name="Miguel Ángel Campos Méndez" userId="402d5bdf62ce6c12" providerId="LiveId" clId="{F8A738AE-7528-446C-B1D1-17EB89217014}" dt="2020-02-20T19:55:25.485" v="2" actId="2696"/>
        <pc:sldMkLst>
          <pc:docMk/>
          <pc:sldMk cId="0" sldId="941"/>
        </pc:sldMkLst>
      </pc:sldChg>
      <pc:sldChg chg="del">
        <pc:chgData name="Miguel Ángel Campos Méndez" userId="402d5bdf62ce6c12" providerId="LiveId" clId="{F8A738AE-7528-446C-B1D1-17EB89217014}" dt="2020-02-20T19:55:25.547" v="3" actId="2696"/>
        <pc:sldMkLst>
          <pc:docMk/>
          <pc:sldMk cId="0" sldId="942"/>
        </pc:sldMkLst>
      </pc:sldChg>
      <pc:sldChg chg="del">
        <pc:chgData name="Miguel Ángel Campos Méndez" userId="402d5bdf62ce6c12" providerId="LiveId" clId="{F8A738AE-7528-446C-B1D1-17EB89217014}" dt="2020-02-20T19:55:25.594" v="4" actId="2696"/>
        <pc:sldMkLst>
          <pc:docMk/>
          <pc:sldMk cId="0" sldId="943"/>
        </pc:sldMkLst>
      </pc:sldChg>
      <pc:sldChg chg="del">
        <pc:chgData name="Miguel Ángel Campos Méndez" userId="402d5bdf62ce6c12" providerId="LiveId" clId="{F8A738AE-7528-446C-B1D1-17EB89217014}" dt="2020-02-20T19:55:25.641" v="5" actId="2696"/>
        <pc:sldMkLst>
          <pc:docMk/>
          <pc:sldMk cId="0" sldId="944"/>
        </pc:sldMkLst>
      </pc:sldChg>
      <pc:sldChg chg="del">
        <pc:chgData name="Miguel Ángel Campos Méndez" userId="402d5bdf62ce6c12" providerId="LiveId" clId="{F8A738AE-7528-446C-B1D1-17EB89217014}" dt="2020-02-20T19:55:25.703" v="7" actId="2696"/>
        <pc:sldMkLst>
          <pc:docMk/>
          <pc:sldMk cId="0" sldId="945"/>
        </pc:sldMkLst>
      </pc:sldChg>
      <pc:sldChg chg="del">
        <pc:chgData name="Miguel Ángel Campos Méndez" userId="402d5bdf62ce6c12" providerId="LiveId" clId="{F8A738AE-7528-446C-B1D1-17EB89217014}" dt="2020-02-20T19:55:25.735" v="8" actId="2696"/>
        <pc:sldMkLst>
          <pc:docMk/>
          <pc:sldMk cId="0" sldId="946"/>
        </pc:sldMkLst>
      </pc:sldChg>
      <pc:sldChg chg="del">
        <pc:chgData name="Miguel Ángel Campos Méndez" userId="402d5bdf62ce6c12" providerId="LiveId" clId="{F8A738AE-7528-446C-B1D1-17EB89217014}" dt="2020-02-20T19:55:25.813" v="9" actId="2696"/>
        <pc:sldMkLst>
          <pc:docMk/>
          <pc:sldMk cId="0" sldId="947"/>
        </pc:sldMkLst>
      </pc:sldChg>
      <pc:sldChg chg="del">
        <pc:chgData name="Miguel Ángel Campos Méndez" userId="402d5bdf62ce6c12" providerId="LiveId" clId="{F8A738AE-7528-446C-B1D1-17EB89217014}" dt="2020-02-20T19:55:25.875" v="10" actId="2696"/>
        <pc:sldMkLst>
          <pc:docMk/>
          <pc:sldMk cId="0" sldId="948"/>
        </pc:sldMkLst>
      </pc:sldChg>
      <pc:sldChg chg="del">
        <pc:chgData name="Miguel Ángel Campos Méndez" userId="402d5bdf62ce6c12" providerId="LiveId" clId="{F8A738AE-7528-446C-B1D1-17EB89217014}" dt="2020-02-20T19:55:25.907" v="11" actId="2696"/>
        <pc:sldMkLst>
          <pc:docMk/>
          <pc:sldMk cId="0" sldId="949"/>
        </pc:sldMkLst>
      </pc:sldChg>
      <pc:sldChg chg="del">
        <pc:chgData name="Miguel Ángel Campos Méndez" userId="402d5bdf62ce6c12" providerId="LiveId" clId="{F8A738AE-7528-446C-B1D1-17EB89217014}" dt="2020-02-20T19:55:25.985" v="13" actId="2696"/>
        <pc:sldMkLst>
          <pc:docMk/>
          <pc:sldMk cId="0" sldId="950"/>
        </pc:sldMkLst>
      </pc:sldChg>
      <pc:sldChg chg="del">
        <pc:chgData name="Miguel Ángel Campos Méndez" userId="402d5bdf62ce6c12" providerId="LiveId" clId="{F8A738AE-7528-446C-B1D1-17EB89217014}" dt="2020-02-20T19:55:26.031" v="14" actId="2696"/>
        <pc:sldMkLst>
          <pc:docMk/>
          <pc:sldMk cId="0" sldId="951"/>
        </pc:sldMkLst>
      </pc:sldChg>
      <pc:sldChg chg="del">
        <pc:chgData name="Miguel Ángel Campos Méndez" userId="402d5bdf62ce6c12" providerId="LiveId" clId="{F8A738AE-7528-446C-B1D1-17EB89217014}" dt="2020-02-20T19:55:26.094" v="15" actId="2696"/>
        <pc:sldMkLst>
          <pc:docMk/>
          <pc:sldMk cId="0" sldId="952"/>
        </pc:sldMkLst>
      </pc:sldChg>
      <pc:sldChg chg="del">
        <pc:chgData name="Miguel Ángel Campos Méndez" userId="402d5bdf62ce6c12" providerId="LiveId" clId="{F8A738AE-7528-446C-B1D1-17EB89217014}" dt="2020-02-20T19:55:26.156" v="16" actId="2696"/>
        <pc:sldMkLst>
          <pc:docMk/>
          <pc:sldMk cId="0" sldId="953"/>
        </pc:sldMkLst>
      </pc:sldChg>
      <pc:sldChg chg="del">
        <pc:chgData name="Miguel Ángel Campos Méndez" userId="402d5bdf62ce6c12" providerId="LiveId" clId="{F8A738AE-7528-446C-B1D1-17EB89217014}" dt="2020-02-20T19:55:26.266" v="18" actId="2696"/>
        <pc:sldMkLst>
          <pc:docMk/>
          <pc:sldMk cId="0" sldId="954"/>
        </pc:sldMkLst>
      </pc:sldChg>
      <pc:sldChg chg="del">
        <pc:chgData name="Miguel Ángel Campos Méndez" userId="402d5bdf62ce6c12" providerId="LiveId" clId="{F8A738AE-7528-446C-B1D1-17EB89217014}" dt="2020-02-20T19:55:26.297" v="19" actId="2696"/>
        <pc:sldMkLst>
          <pc:docMk/>
          <pc:sldMk cId="0" sldId="955"/>
        </pc:sldMkLst>
      </pc:sldChg>
      <pc:sldChg chg="del">
        <pc:chgData name="Miguel Ángel Campos Méndez" userId="402d5bdf62ce6c12" providerId="LiveId" clId="{F8A738AE-7528-446C-B1D1-17EB89217014}" dt="2020-02-20T19:55:26.360" v="20" actId="2696"/>
        <pc:sldMkLst>
          <pc:docMk/>
          <pc:sldMk cId="0" sldId="956"/>
        </pc:sldMkLst>
      </pc:sldChg>
      <pc:sldChg chg="del">
        <pc:chgData name="Miguel Ángel Campos Méndez" userId="402d5bdf62ce6c12" providerId="LiveId" clId="{F8A738AE-7528-446C-B1D1-17EB89217014}" dt="2020-02-20T19:55:26.469" v="23" actId="2696"/>
        <pc:sldMkLst>
          <pc:docMk/>
          <pc:sldMk cId="0" sldId="957"/>
        </pc:sldMkLst>
      </pc:sldChg>
      <pc:sldChg chg="del">
        <pc:chgData name="Miguel Ángel Campos Méndez" userId="402d5bdf62ce6c12" providerId="LiveId" clId="{F8A738AE-7528-446C-B1D1-17EB89217014}" dt="2020-02-20T19:55:26.563" v="25" actId="2696"/>
        <pc:sldMkLst>
          <pc:docMk/>
          <pc:sldMk cId="0" sldId="958"/>
        </pc:sldMkLst>
      </pc:sldChg>
      <pc:sldChg chg="del">
        <pc:chgData name="Miguel Ángel Campos Méndez" userId="402d5bdf62ce6c12" providerId="LiveId" clId="{F8A738AE-7528-446C-B1D1-17EB89217014}" dt="2020-02-20T19:55:26.656" v="27" actId="2696"/>
        <pc:sldMkLst>
          <pc:docMk/>
          <pc:sldMk cId="0" sldId="960"/>
        </pc:sldMkLst>
      </pc:sldChg>
      <pc:sldChg chg="del">
        <pc:chgData name="Miguel Ángel Campos Méndez" userId="402d5bdf62ce6c12" providerId="LiveId" clId="{F8A738AE-7528-446C-B1D1-17EB89217014}" dt="2020-02-20T19:55:26.703" v="28" actId="2696"/>
        <pc:sldMkLst>
          <pc:docMk/>
          <pc:sldMk cId="0" sldId="961"/>
        </pc:sldMkLst>
      </pc:sldChg>
      <pc:sldChg chg="del">
        <pc:chgData name="Miguel Ángel Campos Méndez" userId="402d5bdf62ce6c12" providerId="LiveId" clId="{F8A738AE-7528-446C-B1D1-17EB89217014}" dt="2020-02-20T19:55:26.766" v="29" actId="2696"/>
        <pc:sldMkLst>
          <pc:docMk/>
          <pc:sldMk cId="0" sldId="962"/>
        </pc:sldMkLst>
      </pc:sldChg>
      <pc:sldChg chg="del">
        <pc:chgData name="Miguel Ángel Campos Méndez" userId="402d5bdf62ce6c12" providerId="LiveId" clId="{F8A738AE-7528-446C-B1D1-17EB89217014}" dt="2020-02-20T19:55:26.813" v="30" actId="2696"/>
        <pc:sldMkLst>
          <pc:docMk/>
          <pc:sldMk cId="0" sldId="963"/>
        </pc:sldMkLst>
      </pc:sldChg>
      <pc:sldChg chg="del">
        <pc:chgData name="Miguel Ángel Campos Méndez" userId="402d5bdf62ce6c12" providerId="LiveId" clId="{F8A738AE-7528-446C-B1D1-17EB89217014}" dt="2020-02-20T19:55:26.844" v="31" actId="2696"/>
        <pc:sldMkLst>
          <pc:docMk/>
          <pc:sldMk cId="0" sldId="964"/>
        </pc:sldMkLst>
      </pc:sldChg>
      <pc:sldChg chg="del">
        <pc:chgData name="Miguel Ángel Campos Méndez" userId="402d5bdf62ce6c12" providerId="LiveId" clId="{F8A738AE-7528-446C-B1D1-17EB89217014}" dt="2020-02-20T19:55:26.906" v="32" actId="2696"/>
        <pc:sldMkLst>
          <pc:docMk/>
          <pc:sldMk cId="0" sldId="965"/>
        </pc:sldMkLst>
      </pc:sldChg>
      <pc:sldChg chg="del">
        <pc:chgData name="Miguel Ángel Campos Méndez" userId="402d5bdf62ce6c12" providerId="LiveId" clId="{F8A738AE-7528-446C-B1D1-17EB89217014}" dt="2020-02-20T19:55:27" v="34" actId="2696"/>
        <pc:sldMkLst>
          <pc:docMk/>
          <pc:sldMk cId="0" sldId="966"/>
        </pc:sldMkLst>
      </pc:sldChg>
      <pc:sldChg chg="del">
        <pc:chgData name="Miguel Ángel Campos Méndez" userId="402d5bdf62ce6c12" providerId="LiveId" clId="{F8A738AE-7528-446C-B1D1-17EB89217014}" dt="2020-02-20T19:55:27.031" v="35" actId="2696"/>
        <pc:sldMkLst>
          <pc:docMk/>
          <pc:sldMk cId="0" sldId="967"/>
        </pc:sldMkLst>
      </pc:sldChg>
      <pc:sldChg chg="del">
        <pc:chgData name="Miguel Ángel Campos Méndez" userId="402d5bdf62ce6c12" providerId="LiveId" clId="{F8A738AE-7528-446C-B1D1-17EB89217014}" dt="2020-02-20T19:55:27.078" v="36" actId="2696"/>
        <pc:sldMkLst>
          <pc:docMk/>
          <pc:sldMk cId="0" sldId="968"/>
        </pc:sldMkLst>
      </pc:sldChg>
      <pc:sldChg chg="del">
        <pc:chgData name="Miguel Ángel Campos Méndez" userId="402d5bdf62ce6c12" providerId="LiveId" clId="{F8A738AE-7528-446C-B1D1-17EB89217014}" dt="2020-02-20T19:55:27.125" v="37" actId="2696"/>
        <pc:sldMkLst>
          <pc:docMk/>
          <pc:sldMk cId="0" sldId="969"/>
        </pc:sldMkLst>
      </pc:sldChg>
      <pc:sldChg chg="del">
        <pc:chgData name="Miguel Ángel Campos Méndez" userId="402d5bdf62ce6c12" providerId="LiveId" clId="{F8A738AE-7528-446C-B1D1-17EB89217014}" dt="2020-02-20T19:55:27.156" v="38" actId="2696"/>
        <pc:sldMkLst>
          <pc:docMk/>
          <pc:sldMk cId="0" sldId="970"/>
        </pc:sldMkLst>
      </pc:sldChg>
      <pc:sldChg chg="del">
        <pc:chgData name="Miguel Ángel Campos Méndez" userId="402d5bdf62ce6c12" providerId="LiveId" clId="{F8A738AE-7528-446C-B1D1-17EB89217014}" dt="2020-02-20T19:55:27.188" v="39" actId="2696"/>
        <pc:sldMkLst>
          <pc:docMk/>
          <pc:sldMk cId="0" sldId="971"/>
        </pc:sldMkLst>
      </pc:sldChg>
      <pc:sldChg chg="del">
        <pc:chgData name="Miguel Ángel Campos Méndez" userId="402d5bdf62ce6c12" providerId="LiveId" clId="{F8A738AE-7528-446C-B1D1-17EB89217014}" dt="2020-02-20T19:55:27.235" v="40" actId="2696"/>
        <pc:sldMkLst>
          <pc:docMk/>
          <pc:sldMk cId="0" sldId="972"/>
        </pc:sldMkLst>
      </pc:sldChg>
      <pc:sldChg chg="del">
        <pc:chgData name="Miguel Ángel Campos Méndez" userId="402d5bdf62ce6c12" providerId="LiveId" clId="{F8A738AE-7528-446C-B1D1-17EB89217014}" dt="2020-02-20T19:55:27.266" v="41" actId="2696"/>
        <pc:sldMkLst>
          <pc:docMk/>
          <pc:sldMk cId="0" sldId="973"/>
        </pc:sldMkLst>
      </pc:sldChg>
      <pc:sldChg chg="del">
        <pc:chgData name="Miguel Ángel Campos Méndez" userId="402d5bdf62ce6c12" providerId="LiveId" clId="{F8A738AE-7528-446C-B1D1-17EB89217014}" dt="2020-02-20T19:55:27.313" v="42" actId="2696"/>
        <pc:sldMkLst>
          <pc:docMk/>
          <pc:sldMk cId="0" sldId="974"/>
        </pc:sldMkLst>
      </pc:sldChg>
      <pc:sldChg chg="del">
        <pc:chgData name="Miguel Ángel Campos Méndez" userId="402d5bdf62ce6c12" providerId="LiveId" clId="{F8A738AE-7528-446C-B1D1-17EB89217014}" dt="2020-02-20T19:55:27.344" v="43" actId="2696"/>
        <pc:sldMkLst>
          <pc:docMk/>
          <pc:sldMk cId="0" sldId="975"/>
        </pc:sldMkLst>
      </pc:sldChg>
      <pc:sldChg chg="del">
        <pc:chgData name="Miguel Ángel Campos Méndez" userId="402d5bdf62ce6c12" providerId="LiveId" clId="{F8A738AE-7528-446C-B1D1-17EB89217014}" dt="2020-02-20T19:55:27.375" v="44" actId="2696"/>
        <pc:sldMkLst>
          <pc:docMk/>
          <pc:sldMk cId="0" sldId="976"/>
        </pc:sldMkLst>
      </pc:sldChg>
      <pc:sldChg chg="del">
        <pc:chgData name="Miguel Ángel Campos Méndez" userId="402d5bdf62ce6c12" providerId="LiveId" clId="{F8A738AE-7528-446C-B1D1-17EB89217014}" dt="2020-02-20T19:55:27.422" v="45" actId="2696"/>
        <pc:sldMkLst>
          <pc:docMk/>
          <pc:sldMk cId="0" sldId="977"/>
        </pc:sldMkLst>
      </pc:sldChg>
      <pc:sldChg chg="del">
        <pc:chgData name="Miguel Ángel Campos Méndez" userId="402d5bdf62ce6c12" providerId="LiveId" clId="{F8A738AE-7528-446C-B1D1-17EB89217014}" dt="2020-02-20T19:55:27.453" v="46" actId="2696"/>
        <pc:sldMkLst>
          <pc:docMk/>
          <pc:sldMk cId="0" sldId="978"/>
        </pc:sldMkLst>
      </pc:sldChg>
      <pc:sldChg chg="del">
        <pc:chgData name="Miguel Ángel Campos Méndez" userId="402d5bdf62ce6c12" providerId="LiveId" clId="{F8A738AE-7528-446C-B1D1-17EB89217014}" dt="2020-02-20T19:55:27.485" v="47" actId="2696"/>
        <pc:sldMkLst>
          <pc:docMk/>
          <pc:sldMk cId="0" sldId="979"/>
        </pc:sldMkLst>
      </pc:sldChg>
      <pc:sldChg chg="del">
        <pc:chgData name="Miguel Ángel Campos Méndez" userId="402d5bdf62ce6c12" providerId="LiveId" clId="{F8A738AE-7528-446C-B1D1-17EB89217014}" dt="2020-02-20T19:55:27.594" v="49" actId="2696"/>
        <pc:sldMkLst>
          <pc:docMk/>
          <pc:sldMk cId="0" sldId="980"/>
        </pc:sldMkLst>
      </pc:sldChg>
      <pc:sldChg chg="del">
        <pc:chgData name="Miguel Ángel Campos Méndez" userId="402d5bdf62ce6c12" providerId="LiveId" clId="{F8A738AE-7528-446C-B1D1-17EB89217014}" dt="2020-02-20T19:55:27.625" v="50" actId="2696"/>
        <pc:sldMkLst>
          <pc:docMk/>
          <pc:sldMk cId="0" sldId="981"/>
        </pc:sldMkLst>
      </pc:sldChg>
      <pc:sldChg chg="del">
        <pc:chgData name="Miguel Ángel Campos Méndez" userId="402d5bdf62ce6c12" providerId="LiveId" clId="{F8A738AE-7528-446C-B1D1-17EB89217014}" dt="2020-02-20T19:55:27.656" v="51" actId="2696"/>
        <pc:sldMkLst>
          <pc:docMk/>
          <pc:sldMk cId="0" sldId="982"/>
        </pc:sldMkLst>
      </pc:sldChg>
      <pc:sldChg chg="del">
        <pc:chgData name="Miguel Ángel Campos Méndez" userId="402d5bdf62ce6c12" providerId="LiveId" clId="{F8A738AE-7528-446C-B1D1-17EB89217014}" dt="2020-02-20T19:55:27.703" v="53" actId="2696"/>
        <pc:sldMkLst>
          <pc:docMk/>
          <pc:sldMk cId="0" sldId="983"/>
        </pc:sldMkLst>
      </pc:sldChg>
      <pc:sldChg chg="del">
        <pc:chgData name="Miguel Ángel Campos Méndez" userId="402d5bdf62ce6c12" providerId="LiveId" clId="{F8A738AE-7528-446C-B1D1-17EB89217014}" dt="2020-02-20T19:55:27.735" v="54" actId="2696"/>
        <pc:sldMkLst>
          <pc:docMk/>
          <pc:sldMk cId="0" sldId="984"/>
        </pc:sldMkLst>
      </pc:sldChg>
      <pc:sldChg chg="del">
        <pc:chgData name="Miguel Ángel Campos Méndez" userId="402d5bdf62ce6c12" providerId="LiveId" clId="{F8A738AE-7528-446C-B1D1-17EB89217014}" dt="2020-02-20T19:55:27.766" v="55" actId="2696"/>
        <pc:sldMkLst>
          <pc:docMk/>
          <pc:sldMk cId="0" sldId="985"/>
        </pc:sldMkLst>
      </pc:sldChg>
      <pc:sldChg chg="del">
        <pc:chgData name="Miguel Ángel Campos Méndez" userId="402d5bdf62ce6c12" providerId="LiveId" clId="{F8A738AE-7528-446C-B1D1-17EB89217014}" dt="2020-02-20T19:55:27.813" v="56" actId="2696"/>
        <pc:sldMkLst>
          <pc:docMk/>
          <pc:sldMk cId="0" sldId="986"/>
        </pc:sldMkLst>
      </pc:sldChg>
      <pc:sldChg chg="del">
        <pc:chgData name="Miguel Ángel Campos Méndez" userId="402d5bdf62ce6c12" providerId="LiveId" clId="{F8A738AE-7528-446C-B1D1-17EB89217014}" dt="2020-02-20T19:55:27.844" v="57" actId="2696"/>
        <pc:sldMkLst>
          <pc:docMk/>
          <pc:sldMk cId="0" sldId="987"/>
        </pc:sldMkLst>
      </pc:sldChg>
      <pc:sldChg chg="del">
        <pc:chgData name="Miguel Ángel Campos Méndez" userId="402d5bdf62ce6c12" providerId="LiveId" clId="{F8A738AE-7528-446C-B1D1-17EB89217014}" dt="2020-02-20T19:55:27.875" v="58" actId="2696"/>
        <pc:sldMkLst>
          <pc:docMk/>
          <pc:sldMk cId="0" sldId="988"/>
        </pc:sldMkLst>
      </pc:sldChg>
      <pc:sldChg chg="del">
        <pc:chgData name="Miguel Ángel Campos Méndez" userId="402d5bdf62ce6c12" providerId="LiveId" clId="{F8A738AE-7528-446C-B1D1-17EB89217014}" dt="2020-02-20T19:55:27.906" v="59" actId="2696"/>
        <pc:sldMkLst>
          <pc:docMk/>
          <pc:sldMk cId="0" sldId="989"/>
        </pc:sldMkLst>
      </pc:sldChg>
      <pc:sldChg chg="del">
        <pc:chgData name="Miguel Ángel Campos Méndez" userId="402d5bdf62ce6c12" providerId="LiveId" clId="{F8A738AE-7528-446C-B1D1-17EB89217014}" dt="2020-02-20T19:55:27.938" v="60" actId="2696"/>
        <pc:sldMkLst>
          <pc:docMk/>
          <pc:sldMk cId="0" sldId="990"/>
        </pc:sldMkLst>
      </pc:sldChg>
      <pc:sldChg chg="del">
        <pc:chgData name="Miguel Ángel Campos Méndez" userId="402d5bdf62ce6c12" providerId="LiveId" clId="{F8A738AE-7528-446C-B1D1-17EB89217014}" dt="2020-02-20T19:55:27.984" v="61" actId="2696"/>
        <pc:sldMkLst>
          <pc:docMk/>
          <pc:sldMk cId="0" sldId="991"/>
        </pc:sldMkLst>
      </pc:sldChg>
      <pc:sldChg chg="del">
        <pc:chgData name="Miguel Ángel Campos Méndez" userId="402d5bdf62ce6c12" providerId="LiveId" clId="{F8A738AE-7528-446C-B1D1-17EB89217014}" dt="2020-02-20T19:55:28.031" v="62" actId="2696"/>
        <pc:sldMkLst>
          <pc:docMk/>
          <pc:sldMk cId="0" sldId="992"/>
        </pc:sldMkLst>
      </pc:sldChg>
      <pc:sldChg chg="del">
        <pc:chgData name="Miguel Ángel Campos Méndez" userId="402d5bdf62ce6c12" providerId="LiveId" clId="{F8A738AE-7528-446C-B1D1-17EB89217014}" dt="2020-02-20T19:55:28.078" v="63" actId="2696"/>
        <pc:sldMkLst>
          <pc:docMk/>
          <pc:sldMk cId="0" sldId="993"/>
        </pc:sldMkLst>
      </pc:sldChg>
      <pc:sldChg chg="del">
        <pc:chgData name="Miguel Ángel Campos Méndez" userId="402d5bdf62ce6c12" providerId="LiveId" clId="{F8A738AE-7528-446C-B1D1-17EB89217014}" dt="2020-02-20T19:55:28.110" v="64" actId="2696"/>
        <pc:sldMkLst>
          <pc:docMk/>
          <pc:sldMk cId="0" sldId="994"/>
        </pc:sldMkLst>
      </pc:sldChg>
      <pc:sldChg chg="del">
        <pc:chgData name="Miguel Ángel Campos Méndez" userId="402d5bdf62ce6c12" providerId="LiveId" clId="{F8A738AE-7528-446C-B1D1-17EB89217014}" dt="2020-02-20T19:55:28.141" v="65" actId="2696"/>
        <pc:sldMkLst>
          <pc:docMk/>
          <pc:sldMk cId="0" sldId="995"/>
        </pc:sldMkLst>
      </pc:sldChg>
      <pc:sldChg chg="del">
        <pc:chgData name="Miguel Ángel Campos Méndez" userId="402d5bdf62ce6c12" providerId="LiveId" clId="{F8A738AE-7528-446C-B1D1-17EB89217014}" dt="2020-02-20T19:55:28.172" v="66" actId="2696"/>
        <pc:sldMkLst>
          <pc:docMk/>
          <pc:sldMk cId="0" sldId="996"/>
        </pc:sldMkLst>
      </pc:sldChg>
      <pc:sldChg chg="del">
        <pc:chgData name="Miguel Ángel Campos Méndez" userId="402d5bdf62ce6c12" providerId="LiveId" clId="{F8A738AE-7528-446C-B1D1-17EB89217014}" dt="2020-02-20T19:55:28.203" v="67" actId="2696"/>
        <pc:sldMkLst>
          <pc:docMk/>
          <pc:sldMk cId="0" sldId="997"/>
        </pc:sldMkLst>
      </pc:sldChg>
      <pc:sldChg chg="del">
        <pc:chgData name="Miguel Ángel Campos Méndez" userId="402d5bdf62ce6c12" providerId="LiveId" clId="{F8A738AE-7528-446C-B1D1-17EB89217014}" dt="2020-02-20T19:55:28.266" v="69" actId="2696"/>
        <pc:sldMkLst>
          <pc:docMk/>
          <pc:sldMk cId="0" sldId="1000"/>
        </pc:sldMkLst>
      </pc:sldChg>
      <pc:sldChg chg="del">
        <pc:chgData name="Miguel Ángel Campos Méndez" userId="402d5bdf62ce6c12" providerId="LiveId" clId="{F8A738AE-7528-446C-B1D1-17EB89217014}" dt="2020-02-20T19:55:28.297" v="70" actId="2696"/>
        <pc:sldMkLst>
          <pc:docMk/>
          <pc:sldMk cId="0" sldId="1001"/>
        </pc:sldMkLst>
      </pc:sldChg>
      <pc:sldChg chg="del">
        <pc:chgData name="Miguel Ángel Campos Méndez" userId="402d5bdf62ce6c12" providerId="LiveId" clId="{F8A738AE-7528-446C-B1D1-17EB89217014}" dt="2020-02-20T19:55:25.360" v="1" actId="2696"/>
        <pc:sldMkLst>
          <pc:docMk/>
          <pc:sldMk cId="0" sldId="1013"/>
        </pc:sldMkLst>
      </pc:sldChg>
      <pc:sldChg chg="del">
        <pc:chgData name="Miguel Ángel Campos Méndez" userId="402d5bdf62ce6c12" providerId="LiveId" clId="{F8A738AE-7528-446C-B1D1-17EB89217014}" dt="2020-02-20T19:55:25.672" v="6" actId="2696"/>
        <pc:sldMkLst>
          <pc:docMk/>
          <pc:sldMk cId="0" sldId="1014"/>
        </pc:sldMkLst>
      </pc:sldChg>
      <pc:sldChg chg="del">
        <pc:chgData name="Miguel Ángel Campos Méndez" userId="402d5bdf62ce6c12" providerId="LiveId" clId="{F8A738AE-7528-446C-B1D1-17EB89217014}" dt="2020-02-20T19:55:25.938" v="12" actId="2696"/>
        <pc:sldMkLst>
          <pc:docMk/>
          <pc:sldMk cId="0" sldId="1015"/>
        </pc:sldMkLst>
      </pc:sldChg>
      <pc:sldChg chg="del">
        <pc:chgData name="Miguel Ángel Campos Méndez" userId="402d5bdf62ce6c12" providerId="LiveId" clId="{F8A738AE-7528-446C-B1D1-17EB89217014}" dt="2020-02-20T19:55:26.203" v="17" actId="2696"/>
        <pc:sldMkLst>
          <pc:docMk/>
          <pc:sldMk cId="0" sldId="1016"/>
        </pc:sldMkLst>
      </pc:sldChg>
      <pc:sldChg chg="del">
        <pc:chgData name="Miguel Ángel Campos Méndez" userId="402d5bdf62ce6c12" providerId="LiveId" clId="{F8A738AE-7528-446C-B1D1-17EB89217014}" dt="2020-02-20T19:55:26.438" v="22" actId="2696"/>
        <pc:sldMkLst>
          <pc:docMk/>
          <pc:sldMk cId="0" sldId="1017"/>
        </pc:sldMkLst>
      </pc:sldChg>
      <pc:sldChg chg="del">
        <pc:chgData name="Miguel Ángel Campos Méndez" userId="402d5bdf62ce6c12" providerId="LiveId" clId="{F8A738AE-7528-446C-B1D1-17EB89217014}" dt="2020-02-20T19:55:26.531" v="24" actId="2696"/>
        <pc:sldMkLst>
          <pc:docMk/>
          <pc:sldMk cId="0" sldId="1018"/>
        </pc:sldMkLst>
      </pc:sldChg>
      <pc:sldChg chg="del">
        <pc:chgData name="Miguel Ángel Campos Méndez" userId="402d5bdf62ce6c12" providerId="LiveId" clId="{F8A738AE-7528-446C-B1D1-17EB89217014}" dt="2020-02-20T19:55:26.610" v="26" actId="2696"/>
        <pc:sldMkLst>
          <pc:docMk/>
          <pc:sldMk cId="0" sldId="1019"/>
        </pc:sldMkLst>
      </pc:sldChg>
      <pc:sldChg chg="del">
        <pc:chgData name="Miguel Ángel Campos Méndez" userId="402d5bdf62ce6c12" providerId="LiveId" clId="{F8A738AE-7528-446C-B1D1-17EB89217014}" dt="2020-02-20T19:55:26.938" v="33" actId="2696"/>
        <pc:sldMkLst>
          <pc:docMk/>
          <pc:sldMk cId="0" sldId="1020"/>
        </pc:sldMkLst>
      </pc:sldChg>
      <pc:sldChg chg="del">
        <pc:chgData name="Miguel Ángel Campos Méndez" userId="402d5bdf62ce6c12" providerId="LiveId" clId="{F8A738AE-7528-446C-B1D1-17EB89217014}" dt="2020-02-20T19:55:27.547" v="48" actId="2696"/>
        <pc:sldMkLst>
          <pc:docMk/>
          <pc:sldMk cId="0" sldId="1021"/>
        </pc:sldMkLst>
      </pc:sldChg>
      <pc:sldChg chg="del">
        <pc:chgData name="Miguel Ángel Campos Méndez" userId="402d5bdf62ce6c12" providerId="LiveId" clId="{F8A738AE-7528-446C-B1D1-17EB89217014}" dt="2020-02-20T19:55:27.672" v="52" actId="2696"/>
        <pc:sldMkLst>
          <pc:docMk/>
          <pc:sldMk cId="0" sldId="1022"/>
        </pc:sldMkLst>
      </pc:sldChg>
      <pc:sldChg chg="del">
        <pc:chgData name="Miguel Ángel Campos Méndez" userId="402d5bdf62ce6c12" providerId="LiveId" clId="{F8A738AE-7528-446C-B1D1-17EB89217014}" dt="2020-02-20T19:55:26.406" v="21" actId="2696"/>
        <pc:sldMkLst>
          <pc:docMk/>
          <pc:sldMk cId="3348343476" sldId="1026"/>
        </pc:sldMkLst>
      </pc:sldChg>
      <pc:sldChg chg="del">
        <pc:chgData name="Miguel Ángel Campos Méndez" userId="402d5bdf62ce6c12" providerId="LiveId" clId="{F8A738AE-7528-446C-B1D1-17EB89217014}" dt="2020-02-20T19:55:28.234" v="68" actId="2696"/>
        <pc:sldMkLst>
          <pc:docMk/>
          <pc:sldMk cId="2038896467" sldId="1027"/>
        </pc:sldMkLst>
      </pc:sldChg>
      <pc:sldChg chg="modSp modAnim">
        <pc:chgData name="Miguel Ángel Campos Méndez" userId="402d5bdf62ce6c12" providerId="LiveId" clId="{F8A738AE-7528-446C-B1D1-17EB89217014}" dt="2020-02-23T15:53:39.445" v="71" actId="20577"/>
        <pc:sldMkLst>
          <pc:docMk/>
          <pc:sldMk cId="2104997331" sldId="1028"/>
        </pc:sldMkLst>
        <pc:spChg chg="mod">
          <ac:chgData name="Miguel Ángel Campos Méndez" userId="402d5bdf62ce6c12" providerId="LiveId" clId="{F8A738AE-7528-446C-B1D1-17EB89217014}" dt="2020-02-23T15:53:39.445" v="71" actId="20577"/>
          <ac:spMkLst>
            <pc:docMk/>
            <pc:sldMk cId="2104997331" sldId="1028"/>
            <ac:spMk id="3" creationId="{00000000-0000-0000-0000-000000000000}"/>
          </ac:spMkLst>
        </pc:spChg>
      </pc:sldChg>
    </pc:docChg>
  </pc:docChgLst>
  <pc:docChgLst>
    <pc:chgData name="Miguel Ángel Campos Méndez" userId="402d5bdf62ce6c12" providerId="LiveId" clId="{A959D5FE-3EDB-4E12-BBAE-34B142CE3F84}"/>
    <pc:docChg chg="modSld">
      <pc:chgData name="Miguel Ángel Campos Méndez" userId="402d5bdf62ce6c12" providerId="LiveId" clId="{A959D5FE-3EDB-4E12-BBAE-34B142CE3F84}" dt="2021-11-14T19:16:14.507" v="87" actId="20577"/>
      <pc:docMkLst>
        <pc:docMk/>
      </pc:docMkLst>
      <pc:sldChg chg="modSp modAnim">
        <pc:chgData name="Miguel Ángel Campos Méndez" userId="402d5bdf62ce6c12" providerId="LiveId" clId="{A959D5FE-3EDB-4E12-BBAE-34B142CE3F84}" dt="2021-11-14T19:16:14.507" v="87" actId="20577"/>
        <pc:sldMkLst>
          <pc:docMk/>
          <pc:sldMk cId="0" sldId="1025"/>
        </pc:sldMkLst>
        <pc:spChg chg="mod">
          <ac:chgData name="Miguel Ángel Campos Méndez" userId="402d5bdf62ce6c12" providerId="LiveId" clId="{A959D5FE-3EDB-4E12-BBAE-34B142CE3F84}" dt="2021-11-14T19:16:14.507" v="87" actId="20577"/>
          <ac:spMkLst>
            <pc:docMk/>
            <pc:sldMk cId="0" sldId="102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F6882-623C-4F59-89C4-4E5CBDBBE090}" type="datetimeFigureOut">
              <a:rPr lang="es-ES" smtClean="0"/>
              <a:pPr/>
              <a:t>14/11/2021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F02F-573B-4E64-A300-A7C383857750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83691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ECD25255-EE5E-40E3-B634-65B4AA002A7D}" type="datetimeFigureOut">
              <a:rPr lang="es-ES" smtClean="0"/>
              <a:pPr/>
              <a:t>14/11/2021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9DDBB7FF-5F31-4F6A-871A-89C210F39D73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4386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3.0/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11/14/2021</a:t>
            </a:fld>
            <a:endParaRPr lang="en-US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y objetos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500066"/>
          </a:xfrm>
        </p:spPr>
        <p:txBody>
          <a:bodyPr>
            <a:noAutofit/>
          </a:bodyPr>
          <a:lstStyle>
            <a:lvl1pPr>
              <a:defRPr sz="3600" b="1">
                <a:ln>
                  <a:solidFill>
                    <a:srgbClr val="0070C0"/>
                  </a:solidFill>
                </a:ln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kumimoji="0" lang="es-ES" dirty="0"/>
              <a:t>Haga clic para modificar el estilo de título del patrón</a:t>
            </a:r>
            <a:endParaRPr kumimoji="0"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110178"/>
          </a:xfrm>
        </p:spPr>
        <p:txBody>
          <a:bodyPr/>
          <a:lstStyle>
            <a:lvl1pPr marL="0" indent="0">
              <a:buNone/>
              <a:defRPr sz="24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defRPr>
            </a:lvl1pPr>
            <a:lvl2pPr marL="360363" indent="-360363">
              <a:buClr>
                <a:schemeClr val="bg2">
                  <a:lumMod val="20000"/>
                  <a:lumOff val="80000"/>
                </a:schemeClr>
              </a:buClr>
              <a:buSzPct val="100000"/>
              <a:buFont typeface="Wingdings" pitchFamily="2" charset="2"/>
              <a:buChar char="ü"/>
              <a:defRPr sz="2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defRPr>
            </a:lvl2pPr>
            <a:lvl3pPr marL="714375" indent="-355600">
              <a:buClr>
                <a:srgbClr val="FFC000"/>
              </a:buClr>
              <a:buFont typeface="Constantia" pitchFamily="18" charset="0"/>
              <a:buChar char="—"/>
              <a:def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defRPr>
            </a:lvl3pPr>
            <a:lvl4pPr marL="1076325" indent="-361950">
              <a:buClr>
                <a:schemeClr val="bg2">
                  <a:lumMod val="20000"/>
                  <a:lumOff val="80000"/>
                </a:schemeClr>
              </a:buClr>
              <a:buSzPct val="100000"/>
              <a:buFont typeface="Wingdings" pitchFamily="2" charset="2"/>
              <a:buChar char="ü"/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defRPr>
            </a:lvl4pPr>
            <a:lvl5pPr marL="1438275" indent="-361950">
              <a:buClr>
                <a:schemeClr val="bg2">
                  <a:lumMod val="20000"/>
                  <a:lumOff val="80000"/>
                </a:schemeClr>
              </a:buClr>
              <a:buSzPct val="100000"/>
              <a:buFont typeface="Wingdings" pitchFamily="2" charset="2"/>
              <a:buChar char="ü"/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defRPr>
            </a:lvl5pPr>
          </a:lstStyle>
          <a:p>
            <a:pPr lvl="0" eaLnBrk="1" latinLnBrk="0" hangingPunct="1"/>
            <a:r>
              <a:rPr lang="es-ES" dirty="0"/>
              <a:t>Haga clic para modificar el estilo de texto del patrón</a:t>
            </a:r>
          </a:p>
          <a:p>
            <a:pPr lvl="1" eaLnBrk="1" latinLnBrk="0" hangingPunct="1"/>
            <a:r>
              <a:rPr lang="es-ES" dirty="0"/>
              <a:t>Segundo nivel</a:t>
            </a:r>
          </a:p>
          <a:p>
            <a:pPr lvl="2" eaLnBrk="1" latinLnBrk="0" hangingPunct="1"/>
            <a:r>
              <a:rPr lang="es-ES" dirty="0"/>
              <a:t>Tercer nivel</a:t>
            </a:r>
          </a:p>
          <a:p>
            <a:pPr lvl="3" eaLnBrk="1" latinLnBrk="0" hangingPunct="1"/>
            <a:r>
              <a:rPr lang="es-ES" dirty="0"/>
              <a:t>Cuarto nivel</a:t>
            </a:r>
          </a:p>
          <a:p>
            <a:pPr lvl="4" eaLnBrk="1" latinLnBrk="0" hangingPunct="1"/>
            <a:r>
              <a:rPr lang="es-ES" dirty="0"/>
              <a:t>Quinto nivel</a:t>
            </a:r>
            <a:endParaRPr kumimoji="0"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4414" y="6356350"/>
            <a:ext cx="557216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s-ES" dirty="0"/>
              <a:t>Fundamentos de la programación: Más sobre tipos e instrucciones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929454" y="6356350"/>
            <a:ext cx="9000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/>
              <a:t>Página </a:t>
            </a:r>
            <a:fld id="{042AED99-7FB4-404E-8A97-64753DCE42EC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8" name="7 Conector recto"/>
          <p:cNvCxnSpPr/>
          <p:nvPr userDrawn="1"/>
        </p:nvCxnSpPr>
        <p:spPr>
          <a:xfrm>
            <a:off x="428596" y="857232"/>
            <a:ext cx="8286808" cy="0"/>
          </a:xfrm>
          <a:prstGeom prst="line">
            <a:avLst/>
          </a:prstGeom>
          <a:ln w="28575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0" name="9 Imagen" descr="ucmtrozo.jpg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20000"/>
          </a:blip>
          <a:stretch>
            <a:fillRect/>
          </a:stretch>
        </p:blipFill>
        <p:spPr>
          <a:xfrm>
            <a:off x="8058150" y="5669280"/>
            <a:ext cx="1085850" cy="1188720"/>
          </a:xfrm>
          <a:prstGeom prst="rect">
            <a:avLst/>
          </a:prstGeom>
        </p:spPr>
      </p:pic>
      <p:sp>
        <p:nvSpPr>
          <p:cNvPr id="11" name="10 CuadroTexto"/>
          <p:cNvSpPr txBox="1"/>
          <p:nvPr userDrawn="1"/>
        </p:nvSpPr>
        <p:spPr>
          <a:xfrm>
            <a:off x="-32" y="5045880"/>
            <a:ext cx="353943" cy="1336263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s-E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Luis Hernández Yáñez</a:t>
            </a:r>
          </a:p>
        </p:txBody>
      </p:sp>
      <p:pic>
        <p:nvPicPr>
          <p:cNvPr id="13" name="12 Imagen" descr="CreativeCommons.png">
            <a:hlinkClick r:id="rId3"/>
          </p:cNvPr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55972" y="6381328"/>
            <a:ext cx="959644" cy="335756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11/14/2021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11/14/2021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11/14/2021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11/14/2021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11/14/2021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11/14/2021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11/14/2021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11/14/2021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11/14/2021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75000"/>
              </a:schemeClr>
            </a:gs>
            <a:gs pos="25000">
              <a:schemeClr val="bg2">
                <a:tint val="83000"/>
                <a:satMod val="320000"/>
              </a:schemeClr>
            </a:gs>
            <a:gs pos="100000">
              <a:schemeClr val="bg2">
                <a:shade val="15000"/>
                <a:satMod val="32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7C9B81F-C347-4BEF-BFDF-29C42F48304A}" type="datetimeFigureOut">
              <a:rPr lang="en-US" smtClean="0"/>
              <a:pPr/>
              <a:t>11/14/2021</a:t>
            </a:fld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d"/>
  </p:transition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3.0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hyperlink" Target="http://creativecommons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reativecommons.org/licenses/by-nc-sa/3.0/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 descr="ucmtrozo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15225" y="5074920"/>
            <a:ext cx="1628775" cy="1783080"/>
          </a:xfrm>
          <a:prstGeom prst="rect">
            <a:avLst/>
          </a:prstGeom>
        </p:spPr>
      </p:pic>
      <p:sp>
        <p:nvSpPr>
          <p:cNvPr id="8" name="7 CuadroTexto"/>
          <p:cNvSpPr txBox="1">
            <a:spLocks noChangeAspect="1"/>
          </p:cNvSpPr>
          <p:nvPr/>
        </p:nvSpPr>
        <p:spPr>
          <a:xfrm>
            <a:off x="500033" y="1847839"/>
            <a:ext cx="1548000" cy="1548000"/>
          </a:xfrm>
          <a:prstGeom prst="rect">
            <a:avLst/>
          </a:prstGeom>
          <a:solidFill>
            <a:schemeClr val="accent2">
              <a:tint val="98000"/>
              <a:shade val="25000"/>
              <a:satMod val="250000"/>
            </a:schemeClr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/>
            <a:r>
              <a:rPr lang="es-ES" sz="8800" b="1" dirty="0"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8</a:t>
            </a:r>
          </a:p>
        </p:txBody>
      </p:sp>
      <p:sp>
        <p:nvSpPr>
          <p:cNvPr id="10" name="2 Subtítulo"/>
          <p:cNvSpPr>
            <a:spLocks noGrp="1"/>
          </p:cNvSpPr>
          <p:nvPr>
            <p:ph type="subTitle" idx="1"/>
          </p:nvPr>
        </p:nvSpPr>
        <p:spPr>
          <a:xfrm>
            <a:off x="604838" y="4157230"/>
            <a:ext cx="6681806" cy="2415042"/>
          </a:xfrm>
        </p:spPr>
        <p:txBody>
          <a:bodyPr>
            <a:normAutofit/>
          </a:bodyPr>
          <a:lstStyle/>
          <a:p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Grado en Ingeniería Informática</a:t>
            </a: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Grado en Ingeniería del Software</a:t>
            </a: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Grado en Ingeniería de Computadores</a:t>
            </a: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Luis Hernández Yáñez</a:t>
            </a: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Facultad de Informática</a:t>
            </a:r>
            <a:b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Universidad Complutense</a:t>
            </a:r>
          </a:p>
        </p:txBody>
      </p:sp>
      <p:pic>
        <p:nvPicPr>
          <p:cNvPr id="9" name="8 Imagen" descr="CreativeCommons.png">
            <a:hlinkClick r:id="rId3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5536" y="6021288"/>
            <a:ext cx="1343501" cy="4700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10 CuadroTexto"/>
          <p:cNvSpPr txBox="1"/>
          <p:nvPr/>
        </p:nvSpPr>
        <p:spPr>
          <a:xfrm>
            <a:off x="428596" y="642918"/>
            <a:ext cx="50778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323975">
              <a:tabLst>
                <a:tab pos="6010275" algn="l"/>
              </a:tabLs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  <a:latin typeface="+mj-lt"/>
              </a:rPr>
              <a:t>Fundamentos de la programación</a:t>
            </a:r>
          </a:p>
        </p:txBody>
      </p:sp>
      <p:cxnSp>
        <p:nvCxnSpPr>
          <p:cNvPr id="12" name="11 Conector recto"/>
          <p:cNvCxnSpPr/>
          <p:nvPr/>
        </p:nvCxnSpPr>
        <p:spPr>
          <a:xfrm>
            <a:off x="500034" y="1214422"/>
            <a:ext cx="7643866" cy="0"/>
          </a:xfrm>
          <a:prstGeom prst="line">
            <a:avLst/>
          </a:prstGeom>
          <a:ln>
            <a:solidFill>
              <a:schemeClr val="bg2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1 Título"/>
          <p:cNvSpPr>
            <a:spLocks noGrp="1"/>
          </p:cNvSpPr>
          <p:nvPr>
            <p:ph type="ctrTitle"/>
          </p:nvPr>
        </p:nvSpPr>
        <p:spPr>
          <a:xfrm>
            <a:off x="2428860" y="1844824"/>
            <a:ext cx="6072230" cy="1440160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s-ES" sz="4800" dirty="0"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2700000" scaled="1"/>
                  <a:tileRect/>
                </a:gradFill>
              </a:rPr>
              <a:t>Programación</a:t>
            </a:r>
            <a:br>
              <a:rPr lang="es-ES" sz="4800" dirty="0"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2700000" scaled="1"/>
                  <a:tileRect/>
                </a:gradFill>
              </a:rPr>
            </a:br>
            <a:r>
              <a:rPr lang="es-ES" sz="4800" dirty="0"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2700000" scaled="1"/>
                  <a:tileRect/>
                </a:gradFill>
              </a:rPr>
              <a:t>modular</a:t>
            </a:r>
            <a:endParaRPr lang="es-ES" sz="4800" b="0" dirty="0"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</p:spTree>
  </p:cSld>
  <p:clrMapOvr>
    <a:masterClrMapping/>
  </p:clrMapOvr>
  <p:transition spd="med"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756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Programación modular</a:t>
            </a:r>
          </a:p>
        </p:txBody>
      </p:sp>
      <p:sp>
        <p:nvSpPr>
          <p:cNvPr id="6" name="5 Rectángulo"/>
          <p:cNvSpPr/>
          <p:nvPr/>
        </p:nvSpPr>
        <p:spPr>
          <a:xfrm>
            <a:off x="1916186" y="3044280"/>
            <a:ext cx="5311967" cy="14465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Calidad y reutilización</a:t>
            </a:r>
            <a:b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</a:br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del software</a:t>
            </a:r>
            <a:endParaRPr lang="es-ES" sz="2400" dirty="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Calidad del software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Software de calidad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El software debe ser desarrollado con buenas prácticas de ingeniería del software que aseguren un buen nivel de calidad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Los distintos módulos de la aplicación deben ser probados exhaustivamente, tanto de forma independiente como en su relación con los demás módulos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La prueba y depuración es muy importante y todos los equipos deberán seguir buenas pautas para asegurar la calidad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Los módulos deben ser igualmente bien documentados, de forma que otros desarrolladores puedan aprovecharlos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757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Programación modular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Prueba y depuración del software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Prueba exhaustiva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El software debe ser probado exhaustivamente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Debemos intentar descubrir todos los errores posible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Los errores deben ser depurados, corrigiendo el código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Pruebas sobre listas:</a:t>
            </a:r>
          </a:p>
          <a:p>
            <a:pPr marL="704850" lvl="1" indent="-342900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Lista inicialmente vacía</a:t>
            </a:r>
          </a:p>
          <a:p>
            <a:pPr marL="704850" lvl="1" indent="-342900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Lista inicialmente llena</a:t>
            </a:r>
          </a:p>
          <a:p>
            <a:pPr marL="704850" lvl="1" indent="-342900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Lista con un número intermedio de elementos</a:t>
            </a:r>
          </a:p>
          <a:p>
            <a:pPr marL="704850" lvl="1" indent="-342900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Archivo no existente</a:t>
            </a:r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Etcétera...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Se han de probar todas las opciones/situaciones del programa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758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Programación modular</a:t>
            </a:r>
          </a:p>
        </p:txBody>
      </p:sp>
    </p:spTree>
    <p:extLst>
      <p:ext uri="{BB962C8B-B14F-4D97-AF65-F5344CB8AC3E}">
        <p14:creationId xmlns:p14="http://schemas.microsoft.com/office/powerpoint/2010/main" val="2104997331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Reutilización del software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No reinventemos la rueda</a:t>
            </a:r>
            <a:endParaRPr lang="es-ES" sz="2800" i="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Desarrollar el software pensando en su posible reutilización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Un software de calidad debe poder ser fácilmente reutilizado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Nuestros módulos deben ser fácilmente usados y modificados</a:t>
            </a:r>
          </a:p>
          <a:p>
            <a:pPr marL="361950" lvl="1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s-ES" dirty="0"/>
              <a:t>Por ejemplo:</a:t>
            </a:r>
          </a:p>
          <a:p>
            <a:pPr marL="704850" lvl="1" indent="-342900">
              <a:spcBef>
                <a:spcPts val="1200"/>
              </a:spcBef>
              <a:spcAft>
                <a:spcPts val="600"/>
              </a:spcAft>
              <a:buFontTx/>
              <a:buChar char="-"/>
            </a:pPr>
            <a:r>
              <a:rPr lang="es-ES" dirty="0"/>
              <a:t>Cálculo de NIF</a:t>
            </a:r>
          </a:p>
          <a:p>
            <a:pPr marL="704850" lvl="1" indent="-342900">
              <a:spcBef>
                <a:spcPts val="1200"/>
              </a:spcBef>
              <a:spcAft>
                <a:spcPts val="600"/>
              </a:spcAft>
              <a:buFontTx/>
              <a:buChar char="-"/>
            </a:pPr>
            <a:r>
              <a:rPr lang="es-ES" dirty="0"/>
              <a:t>Validez de IBAN</a:t>
            </a:r>
          </a:p>
          <a:p>
            <a:pPr marL="704850" lvl="1" indent="-342900">
              <a:spcBef>
                <a:spcPts val="1200"/>
              </a:spcBef>
              <a:spcAft>
                <a:spcPts val="600"/>
              </a:spcAft>
              <a:buFontTx/>
              <a:buChar char="-"/>
            </a:pPr>
            <a:r>
              <a:rPr lang="es-ES" dirty="0"/>
              <a:t>Validez email, teléfono, móvil, etc.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759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Programación modular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90736"/>
            <a:ext cx="8229600" cy="500066"/>
          </a:xfrm>
        </p:spPr>
        <p:txBody>
          <a:bodyPr/>
          <a:lstStyle/>
          <a:p>
            <a:r>
              <a:rPr lang="es-ES" dirty="0"/>
              <a:t>Acerca de </a:t>
            </a:r>
            <a:r>
              <a:rPr lang="es-ES" i="1" dirty="0" err="1"/>
              <a:t>Creative</a:t>
            </a:r>
            <a:r>
              <a:rPr lang="es-ES" i="1" dirty="0"/>
              <a:t> </a:t>
            </a:r>
            <a:r>
              <a:rPr lang="es-ES" i="1" dirty="0" err="1"/>
              <a:t>Commons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12898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Licencia CC (</a:t>
            </a:r>
            <a:r>
              <a:rPr lang="es-ES" dirty="0" err="1">
                <a:hlinkClick r:id="rId2"/>
              </a:rPr>
              <a:t>Creative</a:t>
            </a:r>
            <a:r>
              <a:rPr lang="es-ES" dirty="0">
                <a:hlinkClick r:id="rId2"/>
              </a:rPr>
              <a:t> </a:t>
            </a:r>
            <a:r>
              <a:rPr lang="es-ES" dirty="0" err="1">
                <a:hlinkClick r:id="rId2"/>
              </a:rPr>
              <a:t>Commons</a:t>
            </a:r>
            <a:r>
              <a:rPr lang="es-ES" dirty="0"/>
              <a:t>)</a:t>
            </a:r>
            <a:endParaRPr lang="es-ES" i="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/>
              <a:t>Este tipo de licencias ofrecen algunos derechos a terceras personas bajo ciertas condiciones.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/>
              <a:t>Este documento tiene establecidas las siguientes: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/>
              <a:t>Pulsa en la imagen de arriba a la derecha para saber más.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Programación modular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760</a:t>
            </a:fld>
            <a:endParaRPr lang="en-US" dirty="0"/>
          </a:p>
        </p:txBody>
      </p:sp>
      <p:sp>
        <p:nvSpPr>
          <p:cNvPr id="45064" name="Rectangle 8"/>
          <p:cNvSpPr>
            <a:spLocks noChangeArrowheads="1"/>
          </p:cNvSpPr>
          <p:nvPr/>
        </p:nvSpPr>
        <p:spPr bwMode="auto">
          <a:xfrm>
            <a:off x="1547664" y="2757115"/>
            <a:ext cx="6543458" cy="2616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Reconocimiento (</a:t>
            </a:r>
            <a:r>
              <a:rPr kumimoji="0" lang="es-ES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Attribution</a:t>
            </a: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): </a:t>
            </a:r>
            <a:b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</a:b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En cualquier explotación de la obra autorizada por la licencia</a:t>
            </a:r>
            <a:b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</a:b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hará falta reconocer la autoría.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No comercial (</a:t>
            </a:r>
            <a:r>
              <a:rPr kumimoji="0" lang="es-ES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Non </a:t>
            </a:r>
            <a:r>
              <a:rPr kumimoji="0" lang="es-ES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commercial</a:t>
            </a: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): </a:t>
            </a:r>
            <a:b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</a:b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La explotación de la obra queda limitada a usos no comerciales.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Compartir igual (</a:t>
            </a:r>
            <a:r>
              <a:rPr kumimoji="0" lang="es-ES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Share </a:t>
            </a:r>
            <a:r>
              <a:rPr kumimoji="0" lang="es-ES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alike</a:t>
            </a: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):</a:t>
            </a:r>
            <a:b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</a:b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La explotación autorizada incluye la creación de obras derivadas </a:t>
            </a:r>
            <a:b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</a:b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siempre que mantengan la misma licencia al ser divulgadas.</a:t>
            </a:r>
          </a:p>
        </p:txBody>
      </p:sp>
      <p:pic>
        <p:nvPicPr>
          <p:cNvPr id="45065" name="Picture 9" descr="attribution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1138089" y="2757115"/>
            <a:ext cx="409575" cy="409575"/>
          </a:xfrm>
          <a:prstGeom prst="rect">
            <a:avLst/>
          </a:prstGeom>
          <a:noFill/>
        </p:spPr>
      </p:pic>
      <p:pic>
        <p:nvPicPr>
          <p:cNvPr id="45066" name="Picture 10" descr="non commercial"/>
          <p:cNvPicPr>
            <a:picLocks noChangeAspect="1" noChangeArrowheads="1"/>
          </p:cNvPicPr>
          <p:nvPr/>
        </p:nvPicPr>
        <p:blipFill>
          <a:blip r:embed="rId4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1138089" y="3746155"/>
            <a:ext cx="409575" cy="409575"/>
          </a:xfrm>
          <a:prstGeom prst="rect">
            <a:avLst/>
          </a:prstGeom>
          <a:noFill/>
        </p:spPr>
      </p:pic>
      <p:pic>
        <p:nvPicPr>
          <p:cNvPr id="45068" name="Picture 12" descr="share alike"/>
          <p:cNvPicPr>
            <a:picLocks noChangeAspect="1" noChangeArrowheads="1"/>
          </p:cNvPicPr>
          <p:nvPr/>
        </p:nvPicPr>
        <p:blipFill>
          <a:blip r:embed="rId5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1138089" y="4416700"/>
            <a:ext cx="409575" cy="409575"/>
          </a:xfrm>
          <a:prstGeom prst="rect">
            <a:avLst/>
          </a:prstGeom>
          <a:noFill/>
        </p:spPr>
      </p:pic>
      <p:pic>
        <p:nvPicPr>
          <p:cNvPr id="18" name="17 Imagen" descr="CreativeCommons.png">
            <a:hlinkClick r:id="rId6"/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929454" y="400273"/>
            <a:ext cx="1919288" cy="671513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>
        <a:noFill/>
        <a:ln>
          <a:solidFill>
            <a:srgbClr val="FFC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rgbClr val="FFC000"/>
          </a:solidFill>
          <a:tailEnd type="stealth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/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wrap="none" rtlCol="0">
        <a:spAutoFit/>
      </a:bodyPr>
      <a:lstStyle>
        <a:defPPr algn="ctr">
          <a:spcAft>
            <a:spcPts val="600"/>
          </a:spcAft>
          <a:defRPr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mbria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0</TotalTime>
  <Words>399</Words>
  <Application>Microsoft Office PowerPoint</Application>
  <PresentationFormat>Presentación en pantalla (4:3)</PresentationFormat>
  <Paragraphs>59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Calibri</vt:lpstr>
      <vt:lpstr>Cambria</vt:lpstr>
      <vt:lpstr>Constantia</vt:lpstr>
      <vt:lpstr>Wingdings</vt:lpstr>
      <vt:lpstr>Wingdings 2</vt:lpstr>
      <vt:lpstr>Flow</vt:lpstr>
      <vt:lpstr>Programación modular</vt:lpstr>
      <vt:lpstr>Fundamentos de la programación</vt:lpstr>
      <vt:lpstr>Calidad del software</vt:lpstr>
      <vt:lpstr>Prueba y depuración del software</vt:lpstr>
      <vt:lpstr>Reutilización del software</vt:lpstr>
      <vt:lpstr>Acerca de Creative Commons</vt:lpstr>
    </vt:vector>
  </TitlesOfParts>
  <Company>UCM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programación</dc:title>
  <dc:creator>Luis</dc:creator>
  <cp:lastModifiedBy>Miguel Ángel Campos Méndez</cp:lastModifiedBy>
  <cp:revision>958</cp:revision>
  <dcterms:created xsi:type="dcterms:W3CDTF">2010-03-20T08:32:51Z</dcterms:created>
  <dcterms:modified xsi:type="dcterms:W3CDTF">2021-11-14T19:16:17Z</dcterms:modified>
</cp:coreProperties>
</file>