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981" saveSubsetFonts="1">
  <p:sldMasterIdLst>
    <p:sldMasterId id="2147483660" r:id="rId1"/>
  </p:sldMasterIdLst>
  <p:notesMasterIdLst>
    <p:notesMasterId r:id="rId62"/>
  </p:notesMasterIdLst>
  <p:handoutMasterIdLst>
    <p:handoutMasterId r:id="rId63"/>
  </p:handoutMasterIdLst>
  <p:sldIdLst>
    <p:sldId id="256" r:id="rId2"/>
    <p:sldId id="1249" r:id="rId3"/>
    <p:sldId id="1193" r:id="rId4"/>
    <p:sldId id="1194" r:id="rId5"/>
    <p:sldId id="1250" r:id="rId6"/>
    <p:sldId id="1195" r:id="rId7"/>
    <p:sldId id="1196" r:id="rId8"/>
    <p:sldId id="1197" r:id="rId9"/>
    <p:sldId id="1251" r:id="rId10"/>
    <p:sldId id="1198" r:id="rId11"/>
    <p:sldId id="1199" r:id="rId12"/>
    <p:sldId id="1200" r:id="rId13"/>
    <p:sldId id="1201" r:id="rId14"/>
    <p:sldId id="1202" r:id="rId15"/>
    <p:sldId id="1203" r:id="rId16"/>
    <p:sldId id="1204" r:id="rId17"/>
    <p:sldId id="1205" r:id="rId18"/>
    <p:sldId id="1206" r:id="rId19"/>
    <p:sldId id="1207" r:id="rId20"/>
    <p:sldId id="1208" r:id="rId21"/>
    <p:sldId id="1209" r:id="rId22"/>
    <p:sldId id="1210" r:id="rId23"/>
    <p:sldId id="1211" r:id="rId24"/>
    <p:sldId id="1212" r:id="rId25"/>
    <p:sldId id="1213" r:id="rId26"/>
    <p:sldId id="1214" r:id="rId27"/>
    <p:sldId id="1215" r:id="rId28"/>
    <p:sldId id="1216" r:id="rId29"/>
    <p:sldId id="1217" r:id="rId30"/>
    <p:sldId id="1218" r:id="rId31"/>
    <p:sldId id="1219" r:id="rId32"/>
    <p:sldId id="1220" r:id="rId33"/>
    <p:sldId id="1221" r:id="rId34"/>
    <p:sldId id="1222" r:id="rId35"/>
    <p:sldId id="1223" r:id="rId36"/>
    <p:sldId id="1224" r:id="rId37"/>
    <p:sldId id="1252" r:id="rId38"/>
    <p:sldId id="1225" r:id="rId39"/>
    <p:sldId id="1226" r:id="rId40"/>
    <p:sldId id="1227" r:id="rId41"/>
    <p:sldId id="1228" r:id="rId42"/>
    <p:sldId id="1229" r:id="rId43"/>
    <p:sldId id="1230" r:id="rId44"/>
    <p:sldId id="1231" r:id="rId45"/>
    <p:sldId id="1255" r:id="rId46"/>
    <p:sldId id="1238" r:id="rId47"/>
    <p:sldId id="1239" r:id="rId48"/>
    <p:sldId id="1240" r:id="rId49"/>
    <p:sldId id="1241" r:id="rId50"/>
    <p:sldId id="1242" r:id="rId51"/>
    <p:sldId id="1243" r:id="rId52"/>
    <p:sldId id="1244" r:id="rId53"/>
    <p:sldId id="1245" r:id="rId54"/>
    <p:sldId id="1256" r:id="rId55"/>
    <p:sldId id="1259" r:id="rId56"/>
    <p:sldId id="1258" r:id="rId57"/>
    <p:sldId id="1257" r:id="rId58"/>
    <p:sldId id="1247" r:id="rId59"/>
    <p:sldId id="1248" r:id="rId60"/>
    <p:sldId id="422" r:id="rId61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  <a:srgbClr val="C00000"/>
    <a:srgbClr val="0037A8"/>
    <a:srgbClr val="003366"/>
    <a:srgbClr val="FF9966"/>
    <a:srgbClr val="FF6699"/>
    <a:srgbClr val="9966FF"/>
    <a:srgbClr val="3333CC"/>
    <a:srgbClr val="FFFF66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BC13CC-9103-44D9-B63D-9F97FE0B6AD0}" v="121" dt="2021-11-16T13:19:27.5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Estilo temático 2 - Énfasis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7CE84F3-28C3-443E-9E96-99CF82512B78}" styleName="Estilo oscuro 1 - Énfasis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763" autoAdjust="0"/>
    <p:restoredTop sz="94660"/>
  </p:normalViewPr>
  <p:slideViewPr>
    <p:cSldViewPr snapToObjects="1">
      <p:cViewPr varScale="1">
        <p:scale>
          <a:sx n="95" d="100"/>
          <a:sy n="95" d="100"/>
        </p:scale>
        <p:origin x="90" y="49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3254"/>
    </p:cViewPr>
  </p:sorterViewPr>
  <p:notesViewPr>
    <p:cSldViewPr snapToObjects="1">
      <p:cViewPr varScale="1">
        <p:scale>
          <a:sx n="71" d="100"/>
          <a:sy n="71" d="100"/>
        </p:scale>
        <p:origin x="-3372" y="-108"/>
      </p:cViewPr>
      <p:guideLst>
        <p:guide orient="horz" pos="3223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guel Ángel Campos Méndez" userId="402d5bdf62ce6c12" providerId="LiveId" clId="{78BC13CC-9103-44D9-B63D-9F97FE0B6AD0}"/>
    <pc:docChg chg="custSel modSld">
      <pc:chgData name="Miguel Ángel Campos Méndez" userId="402d5bdf62ce6c12" providerId="LiveId" clId="{78BC13CC-9103-44D9-B63D-9F97FE0B6AD0}" dt="2021-11-16T13:19:27.524" v="196" actId="20577"/>
      <pc:docMkLst>
        <pc:docMk/>
      </pc:docMkLst>
      <pc:sldChg chg="delSp mod">
        <pc:chgData name="Miguel Ángel Campos Méndez" userId="402d5bdf62ce6c12" providerId="LiveId" clId="{78BC13CC-9103-44D9-B63D-9F97FE0B6AD0}" dt="2021-11-14T19:17:22.537" v="0" actId="478"/>
        <pc:sldMkLst>
          <pc:docMk/>
          <pc:sldMk cId="0" sldId="1196"/>
        </pc:sldMkLst>
        <pc:spChg chg="del">
          <ac:chgData name="Miguel Ángel Campos Méndez" userId="402d5bdf62ce6c12" providerId="LiveId" clId="{78BC13CC-9103-44D9-B63D-9F97FE0B6AD0}" dt="2021-11-14T19:17:22.537" v="0" actId="478"/>
          <ac:spMkLst>
            <pc:docMk/>
            <pc:sldMk cId="0" sldId="1196"/>
            <ac:spMk id="18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4T19:18:40.060" v="17" actId="20577"/>
        <pc:sldMkLst>
          <pc:docMk/>
          <pc:sldMk cId="0" sldId="1201"/>
        </pc:sldMkLst>
        <pc:spChg chg="mod">
          <ac:chgData name="Miguel Ángel Campos Méndez" userId="402d5bdf62ce6c12" providerId="LiveId" clId="{78BC13CC-9103-44D9-B63D-9F97FE0B6AD0}" dt="2021-11-14T19:18:40.060" v="17" actId="20577"/>
          <ac:spMkLst>
            <pc:docMk/>
            <pc:sldMk cId="0" sldId="1201"/>
            <ac:spMk id="11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6:19.731" v="129" actId="20577"/>
        <pc:sldMkLst>
          <pc:docMk/>
          <pc:sldMk cId="0" sldId="1202"/>
        </pc:sldMkLst>
        <pc:spChg chg="mod">
          <ac:chgData name="Miguel Ángel Campos Méndez" userId="402d5bdf62ce6c12" providerId="LiveId" clId="{78BC13CC-9103-44D9-B63D-9F97FE0B6AD0}" dt="2021-11-16T13:06:19.731" v="129" actId="20577"/>
          <ac:spMkLst>
            <pc:docMk/>
            <pc:sldMk cId="0" sldId="1202"/>
            <ac:spMk id="13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6:28.242" v="132" actId="20577"/>
        <pc:sldMkLst>
          <pc:docMk/>
          <pc:sldMk cId="0" sldId="1203"/>
        </pc:sldMkLst>
        <pc:spChg chg="mod">
          <ac:chgData name="Miguel Ángel Campos Méndez" userId="402d5bdf62ce6c12" providerId="LiveId" clId="{78BC13CC-9103-44D9-B63D-9F97FE0B6AD0}" dt="2021-11-16T13:06:28.242" v="132" actId="20577"/>
          <ac:spMkLst>
            <pc:docMk/>
            <pc:sldMk cId="0" sldId="1203"/>
            <ac:spMk id="16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6:34.662" v="135" actId="20577"/>
        <pc:sldMkLst>
          <pc:docMk/>
          <pc:sldMk cId="0" sldId="1204"/>
        </pc:sldMkLst>
        <pc:spChg chg="mod">
          <ac:chgData name="Miguel Ángel Campos Méndez" userId="402d5bdf62ce6c12" providerId="LiveId" clId="{78BC13CC-9103-44D9-B63D-9F97FE0B6AD0}" dt="2021-11-16T13:06:34.662" v="135" actId="20577"/>
          <ac:spMkLst>
            <pc:docMk/>
            <pc:sldMk cId="0" sldId="1204"/>
            <ac:spMk id="13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6:39.968" v="137" actId="20577"/>
        <pc:sldMkLst>
          <pc:docMk/>
          <pc:sldMk cId="0" sldId="1205"/>
        </pc:sldMkLst>
        <pc:spChg chg="mod">
          <ac:chgData name="Miguel Ángel Campos Méndez" userId="402d5bdf62ce6c12" providerId="LiveId" clId="{78BC13CC-9103-44D9-B63D-9F97FE0B6AD0}" dt="2021-11-16T13:06:39.968" v="137" actId="20577"/>
          <ac:spMkLst>
            <pc:docMk/>
            <pc:sldMk cId="0" sldId="1205"/>
            <ac:spMk id="13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6:48.226" v="140" actId="20577"/>
        <pc:sldMkLst>
          <pc:docMk/>
          <pc:sldMk cId="0" sldId="1206"/>
        </pc:sldMkLst>
        <pc:spChg chg="mod">
          <ac:chgData name="Miguel Ángel Campos Méndez" userId="402d5bdf62ce6c12" providerId="LiveId" clId="{78BC13CC-9103-44D9-B63D-9F97FE0B6AD0}" dt="2021-11-16T13:06:48.226" v="140" actId="20577"/>
          <ac:spMkLst>
            <pc:docMk/>
            <pc:sldMk cId="0" sldId="1206"/>
            <ac:spMk id="13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6:55.033" v="143" actId="20577"/>
        <pc:sldMkLst>
          <pc:docMk/>
          <pc:sldMk cId="0" sldId="1207"/>
        </pc:sldMkLst>
        <pc:spChg chg="mod">
          <ac:chgData name="Miguel Ángel Campos Méndez" userId="402d5bdf62ce6c12" providerId="LiveId" clId="{78BC13CC-9103-44D9-B63D-9F97FE0B6AD0}" dt="2021-11-16T13:06:55.033" v="143" actId="20577"/>
          <ac:spMkLst>
            <pc:docMk/>
            <pc:sldMk cId="0" sldId="1207"/>
            <ac:spMk id="18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7:00.014" v="146" actId="20577"/>
        <pc:sldMkLst>
          <pc:docMk/>
          <pc:sldMk cId="0" sldId="1208"/>
        </pc:sldMkLst>
        <pc:spChg chg="mod">
          <ac:chgData name="Miguel Ángel Campos Méndez" userId="402d5bdf62ce6c12" providerId="LiveId" clId="{78BC13CC-9103-44D9-B63D-9F97FE0B6AD0}" dt="2021-11-16T13:07:00.014" v="146" actId="20577"/>
          <ac:spMkLst>
            <pc:docMk/>
            <pc:sldMk cId="0" sldId="1208"/>
            <ac:spMk id="13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7:07.400" v="149" actId="20577"/>
        <pc:sldMkLst>
          <pc:docMk/>
          <pc:sldMk cId="0" sldId="1209"/>
        </pc:sldMkLst>
        <pc:spChg chg="mod">
          <ac:chgData name="Miguel Ángel Campos Méndez" userId="402d5bdf62ce6c12" providerId="LiveId" clId="{78BC13CC-9103-44D9-B63D-9F97FE0B6AD0}" dt="2021-11-16T13:07:07.400" v="149" actId="20577"/>
          <ac:spMkLst>
            <pc:docMk/>
            <pc:sldMk cId="0" sldId="1209"/>
            <ac:spMk id="13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6T13:07:14.474" v="152" actId="20577"/>
        <pc:sldMkLst>
          <pc:docMk/>
          <pc:sldMk cId="0" sldId="1210"/>
        </pc:sldMkLst>
        <pc:spChg chg="mod">
          <ac:chgData name="Miguel Ángel Campos Méndez" userId="402d5bdf62ce6c12" providerId="LiveId" clId="{78BC13CC-9103-44D9-B63D-9F97FE0B6AD0}" dt="2021-11-16T13:07:14.474" v="152" actId="20577"/>
          <ac:spMkLst>
            <pc:docMk/>
            <pc:sldMk cId="0" sldId="1210"/>
            <ac:spMk id="16" creationId="{00000000-0000-0000-0000-000000000000}"/>
          </ac:spMkLst>
        </pc:spChg>
      </pc:sldChg>
      <pc:sldChg chg="modSp mod">
        <pc:chgData name="Miguel Ángel Campos Méndez" userId="402d5bdf62ce6c12" providerId="LiveId" clId="{78BC13CC-9103-44D9-B63D-9F97FE0B6AD0}" dt="2021-11-14T19:19:22.436" v="35" actId="14100"/>
        <pc:sldMkLst>
          <pc:docMk/>
          <pc:sldMk cId="0" sldId="1211"/>
        </pc:sldMkLst>
        <pc:spChg chg="mod">
          <ac:chgData name="Miguel Ángel Campos Méndez" userId="402d5bdf62ce6c12" providerId="LiveId" clId="{78BC13CC-9103-44D9-B63D-9F97FE0B6AD0}" dt="2021-11-14T19:19:17.492" v="34" actId="20577"/>
          <ac:spMkLst>
            <pc:docMk/>
            <pc:sldMk cId="0" sldId="1211"/>
            <ac:spMk id="11" creationId="{00000000-0000-0000-0000-000000000000}"/>
          </ac:spMkLst>
        </pc:spChg>
        <pc:grpChg chg="mod">
          <ac:chgData name="Miguel Ángel Campos Méndez" userId="402d5bdf62ce6c12" providerId="LiveId" clId="{78BC13CC-9103-44D9-B63D-9F97FE0B6AD0}" dt="2021-11-14T19:19:22.436" v="35" actId="14100"/>
          <ac:grpSpMkLst>
            <pc:docMk/>
            <pc:sldMk cId="0" sldId="1211"/>
            <ac:grpSpMk id="8" creationId="{00000000-0000-0000-0000-000000000000}"/>
          </ac:grpSpMkLst>
        </pc:grpChg>
      </pc:sldChg>
      <pc:sldChg chg="modSp mod">
        <pc:chgData name="Miguel Ángel Campos Méndez" userId="402d5bdf62ce6c12" providerId="LiveId" clId="{78BC13CC-9103-44D9-B63D-9F97FE0B6AD0}" dt="2021-11-14T19:19:45.409" v="63" actId="20577"/>
        <pc:sldMkLst>
          <pc:docMk/>
          <pc:sldMk cId="0" sldId="1212"/>
        </pc:sldMkLst>
        <pc:spChg chg="mod">
          <ac:chgData name="Miguel Ángel Campos Méndez" userId="402d5bdf62ce6c12" providerId="LiveId" clId="{78BC13CC-9103-44D9-B63D-9F97FE0B6AD0}" dt="2021-11-14T19:19:45.409" v="63" actId="20577"/>
          <ac:spMkLst>
            <pc:docMk/>
            <pc:sldMk cId="0" sldId="1212"/>
            <ac:spMk id="7" creationId="{00000000-0000-0000-0000-000000000000}"/>
          </ac:spMkLst>
        </pc:spChg>
      </pc:sldChg>
      <pc:sldChg chg="delSp modSp mod delAnim modAnim">
        <pc:chgData name="Miguel Ángel Campos Méndez" userId="402d5bdf62ce6c12" providerId="LiveId" clId="{78BC13CC-9103-44D9-B63D-9F97FE0B6AD0}" dt="2021-11-16T13:19:27.524" v="196" actId="20577"/>
        <pc:sldMkLst>
          <pc:docMk/>
          <pc:sldMk cId="0" sldId="1227"/>
        </pc:sldMkLst>
        <pc:spChg chg="mod">
          <ac:chgData name="Miguel Ángel Campos Méndez" userId="402d5bdf62ce6c12" providerId="LiveId" clId="{78BC13CC-9103-44D9-B63D-9F97FE0B6AD0}" dt="2021-11-16T13:19:27.524" v="196" actId="20577"/>
          <ac:spMkLst>
            <pc:docMk/>
            <pc:sldMk cId="0" sldId="1227"/>
            <ac:spMk id="11" creationId="{00000000-0000-0000-0000-000000000000}"/>
          </ac:spMkLst>
        </pc:spChg>
        <pc:spChg chg="del">
          <ac:chgData name="Miguel Ángel Campos Méndez" userId="402d5bdf62ce6c12" providerId="LiveId" clId="{78BC13CC-9103-44D9-B63D-9F97FE0B6AD0}" dt="2021-11-16T13:19:07.775" v="153" actId="478"/>
          <ac:spMkLst>
            <pc:docMk/>
            <pc:sldMk cId="0" sldId="1227"/>
            <ac:spMk id="15" creationId="{00000000-0000-0000-0000-000000000000}"/>
          </ac:spMkLst>
        </pc:spChg>
      </pc:sldChg>
      <pc:sldChg chg="delSp mod delAnim">
        <pc:chgData name="Miguel Ángel Campos Méndez" userId="402d5bdf62ce6c12" providerId="LiveId" clId="{78BC13CC-9103-44D9-B63D-9F97FE0B6AD0}" dt="2021-11-14T19:20:24.507" v="64" actId="478"/>
        <pc:sldMkLst>
          <pc:docMk/>
          <pc:sldMk cId="0" sldId="1229"/>
        </pc:sldMkLst>
        <pc:spChg chg="del">
          <ac:chgData name="Miguel Ángel Campos Méndez" userId="402d5bdf62ce6c12" providerId="LiveId" clId="{78BC13CC-9103-44D9-B63D-9F97FE0B6AD0}" dt="2021-11-14T19:20:24.507" v="64" actId="478"/>
          <ac:spMkLst>
            <pc:docMk/>
            <pc:sldMk cId="0" sldId="1229"/>
            <ac:spMk id="14" creationId="{00000000-0000-0000-0000-000000000000}"/>
          </ac:spMkLst>
        </pc:spChg>
      </pc:sldChg>
      <pc:sldChg chg="delSp mod delAnim">
        <pc:chgData name="Miguel Ángel Campos Méndez" userId="402d5bdf62ce6c12" providerId="LiveId" clId="{78BC13CC-9103-44D9-B63D-9F97FE0B6AD0}" dt="2021-11-14T19:21:02.675" v="65" actId="478"/>
        <pc:sldMkLst>
          <pc:docMk/>
          <pc:sldMk cId="0" sldId="1240"/>
        </pc:sldMkLst>
        <pc:spChg chg="del">
          <ac:chgData name="Miguel Ángel Campos Méndez" userId="402d5bdf62ce6c12" providerId="LiveId" clId="{78BC13CC-9103-44D9-B63D-9F97FE0B6AD0}" dt="2021-11-14T19:21:02.675" v="65" actId="478"/>
          <ac:spMkLst>
            <pc:docMk/>
            <pc:sldMk cId="0" sldId="1240"/>
            <ac:spMk id="6" creationId="{00000000-0000-0000-0000-000000000000}"/>
          </ac:spMkLst>
        </pc:spChg>
      </pc:sldChg>
      <pc:sldChg chg="modSp">
        <pc:chgData name="Miguel Ángel Campos Méndez" userId="402d5bdf62ce6c12" providerId="LiveId" clId="{78BC13CC-9103-44D9-B63D-9F97FE0B6AD0}" dt="2021-11-14T19:23:14.519" v="126" actId="20577"/>
        <pc:sldMkLst>
          <pc:docMk/>
          <pc:sldMk cId="0" sldId="1245"/>
        </pc:sldMkLst>
        <pc:spChg chg="mod">
          <ac:chgData name="Miguel Ángel Campos Méndez" userId="402d5bdf62ce6c12" providerId="LiveId" clId="{78BC13CC-9103-44D9-B63D-9F97FE0B6AD0}" dt="2021-11-14T19:23:14.519" v="126" actId="20577"/>
          <ac:spMkLst>
            <pc:docMk/>
            <pc:sldMk cId="0" sldId="1245"/>
            <ac:spMk id="11" creationId="{00000000-0000-0000-0000-000000000000}"/>
          </ac:spMkLst>
        </pc:spChg>
      </pc:sldChg>
    </pc:docChg>
  </pc:docChgLst>
  <pc:docChgLst>
    <pc:chgData name="Miguel Ángel Campos Méndez" userId="402d5bdf62ce6c12" providerId="LiveId" clId="{316F70EB-7C15-4253-B0E8-8DE2379811F8}"/>
    <pc:docChg chg="delSld">
      <pc:chgData name="Miguel Ángel Campos Méndez" userId="402d5bdf62ce6c12" providerId="LiveId" clId="{316F70EB-7C15-4253-B0E8-8DE2379811F8}" dt="2020-02-19T19:48:14.323" v="0" actId="47"/>
      <pc:docMkLst>
        <pc:docMk/>
      </pc:docMkLst>
      <pc:sldChg chg="del">
        <pc:chgData name="Miguel Ángel Campos Méndez" userId="402d5bdf62ce6c12" providerId="LiveId" clId="{316F70EB-7C15-4253-B0E8-8DE2379811F8}" dt="2020-02-19T19:48:14.323" v="0" actId="47"/>
        <pc:sldMkLst>
          <pc:docMk/>
          <pc:sldMk cId="0" sldId="1192"/>
        </pc:sldMkLst>
      </pc:sldChg>
    </pc:docChg>
  </pc:docChgLst>
  <pc:docChgLst>
    <pc:chgData name="Miguel Ángel Campos Méndez" userId="402d5bdf62ce6c12" providerId="LiveId" clId="{FC3BC8CD-CA26-4D69-BF0E-6883318F4B6B}"/>
    <pc:docChg chg="undo custSel delSld modSld">
      <pc:chgData name="Miguel Ángel Campos Méndez" userId="402d5bdf62ce6c12" providerId="LiveId" clId="{FC3BC8CD-CA26-4D69-BF0E-6883318F4B6B}" dt="2020-02-23T16:27:00.768" v="148" actId="6549"/>
      <pc:docMkLst>
        <pc:docMk/>
      </pc:docMkLst>
      <pc:sldChg chg="modSp">
        <pc:chgData name="Miguel Ángel Campos Méndez" userId="402d5bdf62ce6c12" providerId="LiveId" clId="{FC3BC8CD-CA26-4D69-BF0E-6883318F4B6B}" dt="2020-02-21T02:45:41.156" v="37" actId="27636"/>
        <pc:sldMkLst>
          <pc:docMk/>
          <pc:sldMk cId="0" sldId="256"/>
        </pc:sldMkLst>
        <pc:spChg chg="mod">
          <ac:chgData name="Miguel Ángel Campos Méndez" userId="402d5bdf62ce6c12" providerId="LiveId" clId="{FC3BC8CD-CA26-4D69-BF0E-6883318F4B6B}" dt="2020-02-21T02:45:41.156" v="37" actId="27636"/>
          <ac:spMkLst>
            <pc:docMk/>
            <pc:sldMk cId="0" sldId="256"/>
            <ac:spMk id="14" creationId="{00000000-0000-0000-0000-000000000000}"/>
          </ac:spMkLst>
        </pc:spChg>
      </pc:sldChg>
      <pc:sldChg chg="modSp modAnim">
        <pc:chgData name="Miguel Ángel Campos Méndez" userId="402d5bdf62ce6c12" providerId="LiveId" clId="{FC3BC8CD-CA26-4D69-BF0E-6883318F4B6B}" dt="2020-02-21T02:46:29.957" v="63" actId="20577"/>
        <pc:sldMkLst>
          <pc:docMk/>
          <pc:sldMk cId="0" sldId="1195"/>
        </pc:sldMkLst>
        <pc:spChg chg="mod">
          <ac:chgData name="Miguel Ángel Campos Méndez" userId="402d5bdf62ce6c12" providerId="LiveId" clId="{FC3BC8CD-CA26-4D69-BF0E-6883318F4B6B}" dt="2020-02-21T02:46:29.957" v="63" actId="20577"/>
          <ac:spMkLst>
            <pc:docMk/>
            <pc:sldMk cId="0" sldId="1195"/>
            <ac:spMk id="11" creationId="{00000000-0000-0000-0000-000000000000}"/>
          </ac:spMkLst>
        </pc:spChg>
        <pc:grpChg chg="mod">
          <ac:chgData name="Miguel Ángel Campos Méndez" userId="402d5bdf62ce6c12" providerId="LiveId" clId="{FC3BC8CD-CA26-4D69-BF0E-6883318F4B6B}" dt="2020-02-21T02:46:16.036" v="53" actId="1038"/>
          <ac:grpSpMkLst>
            <pc:docMk/>
            <pc:sldMk cId="0" sldId="1195"/>
            <ac:grpSpMk id="3" creationId="{00000000-0000-0000-0000-000000000000}"/>
          </ac:grpSpMkLst>
        </pc:grpChg>
      </pc:sldChg>
      <pc:sldChg chg="modSp">
        <pc:chgData name="Miguel Ángel Campos Méndez" userId="402d5bdf62ce6c12" providerId="LiveId" clId="{FC3BC8CD-CA26-4D69-BF0E-6883318F4B6B}" dt="2020-02-21T02:47:05.248" v="68" actId="20577"/>
        <pc:sldMkLst>
          <pc:docMk/>
          <pc:sldMk cId="0" sldId="1196"/>
        </pc:sldMkLst>
        <pc:spChg chg="mod">
          <ac:chgData name="Miguel Ángel Campos Méndez" userId="402d5bdf62ce6c12" providerId="LiveId" clId="{FC3BC8CD-CA26-4D69-BF0E-6883318F4B6B}" dt="2020-02-21T02:47:05.248" v="68" actId="20577"/>
          <ac:spMkLst>
            <pc:docMk/>
            <pc:sldMk cId="0" sldId="1196"/>
            <ac:spMk id="11" creationId="{00000000-0000-0000-0000-000000000000}"/>
          </ac:spMkLst>
        </pc:spChg>
      </pc:sldChg>
      <pc:sldChg chg="modSp modAnim">
        <pc:chgData name="Miguel Ángel Campos Méndez" userId="402d5bdf62ce6c12" providerId="LiveId" clId="{FC3BC8CD-CA26-4D69-BF0E-6883318F4B6B}" dt="2020-02-21T02:48:05.636" v="73" actId="20577"/>
        <pc:sldMkLst>
          <pc:docMk/>
          <pc:sldMk cId="0" sldId="1197"/>
        </pc:sldMkLst>
        <pc:spChg chg="mod">
          <ac:chgData name="Miguel Ángel Campos Méndez" userId="402d5bdf62ce6c12" providerId="LiveId" clId="{FC3BC8CD-CA26-4D69-BF0E-6883318F4B6B}" dt="2020-02-21T02:48:05.636" v="73" actId="20577"/>
          <ac:spMkLst>
            <pc:docMk/>
            <pc:sldMk cId="0" sldId="1197"/>
            <ac:spMk id="11" creationId="{00000000-0000-0000-0000-000000000000}"/>
          </ac:spMkLst>
        </pc:spChg>
        <pc:grpChg chg="mod">
          <ac:chgData name="Miguel Ángel Campos Méndez" userId="402d5bdf62ce6c12" providerId="LiveId" clId="{FC3BC8CD-CA26-4D69-BF0E-6883318F4B6B}" dt="2020-02-21T02:47:46.972" v="69" actId="1076"/>
          <ac:grpSpMkLst>
            <pc:docMk/>
            <pc:sldMk cId="0" sldId="1197"/>
            <ac:grpSpMk id="10" creationId="{00000000-0000-0000-0000-000000000000}"/>
          </ac:grpSpMkLst>
        </pc:grpChg>
      </pc:sldChg>
      <pc:sldChg chg="modSp">
        <pc:chgData name="Miguel Ángel Campos Méndez" userId="402d5bdf62ce6c12" providerId="LiveId" clId="{FC3BC8CD-CA26-4D69-BF0E-6883318F4B6B}" dt="2020-02-21T02:48:40.109" v="80" actId="20577"/>
        <pc:sldMkLst>
          <pc:docMk/>
          <pc:sldMk cId="0" sldId="1198"/>
        </pc:sldMkLst>
        <pc:spChg chg="mod">
          <ac:chgData name="Miguel Ángel Campos Méndez" userId="402d5bdf62ce6c12" providerId="LiveId" clId="{FC3BC8CD-CA26-4D69-BF0E-6883318F4B6B}" dt="2020-02-21T02:48:40.109" v="80" actId="20577"/>
          <ac:spMkLst>
            <pc:docMk/>
            <pc:sldMk cId="0" sldId="1198"/>
            <ac:spMk id="11" creationId="{00000000-0000-0000-0000-000000000000}"/>
          </ac:spMkLst>
        </pc:spChg>
      </pc:sldChg>
      <pc:sldChg chg="addSp modSp">
        <pc:chgData name="Miguel Ángel Campos Méndez" userId="402d5bdf62ce6c12" providerId="LiveId" clId="{FC3BC8CD-CA26-4D69-BF0E-6883318F4B6B}" dt="2020-02-23T16:07:32.825" v="107" actId="1076"/>
        <pc:sldMkLst>
          <pc:docMk/>
          <pc:sldMk cId="0" sldId="1226"/>
        </pc:sldMkLst>
        <pc:picChg chg="add mod">
          <ac:chgData name="Miguel Ángel Campos Méndez" userId="402d5bdf62ce6c12" providerId="LiveId" clId="{FC3BC8CD-CA26-4D69-BF0E-6883318F4B6B}" dt="2020-02-23T16:07:32.825" v="107" actId="1076"/>
          <ac:picMkLst>
            <pc:docMk/>
            <pc:sldMk cId="0" sldId="1226"/>
            <ac:picMk id="1026" creationId="{316A8EA1-5669-4649-BAD0-443CD0583D85}"/>
          </ac:picMkLst>
        </pc:picChg>
      </pc:sldChg>
      <pc:sldChg chg="modSp">
        <pc:chgData name="Miguel Ángel Campos Méndez" userId="402d5bdf62ce6c12" providerId="LiveId" clId="{FC3BC8CD-CA26-4D69-BF0E-6883318F4B6B}" dt="2020-02-21T02:45:40.781" v="30" actId="27636"/>
        <pc:sldMkLst>
          <pc:docMk/>
          <pc:sldMk cId="0" sldId="1227"/>
        </pc:sldMkLst>
        <pc:spChg chg="mod">
          <ac:chgData name="Miguel Ángel Campos Méndez" userId="402d5bdf62ce6c12" providerId="LiveId" clId="{FC3BC8CD-CA26-4D69-BF0E-6883318F4B6B}" dt="2020-02-21T02:45:40.781" v="30" actId="27636"/>
          <ac:spMkLst>
            <pc:docMk/>
            <pc:sldMk cId="0" sldId="1227"/>
            <ac:spMk id="11" creationId="{00000000-0000-0000-0000-000000000000}"/>
          </ac:spMkLst>
        </pc:spChg>
      </pc:sldChg>
      <pc:sldChg chg="modSp del">
        <pc:chgData name="Miguel Ángel Campos Méndez" userId="402d5bdf62ce6c12" providerId="LiveId" clId="{FC3BC8CD-CA26-4D69-BF0E-6883318F4B6B}" dt="2020-02-23T16:20:10.048" v="109" actId="2696"/>
        <pc:sldMkLst>
          <pc:docMk/>
          <pc:sldMk cId="0" sldId="1233"/>
        </pc:sldMkLst>
        <pc:spChg chg="mod">
          <ac:chgData name="Miguel Ángel Campos Méndez" userId="402d5bdf62ce6c12" providerId="LiveId" clId="{FC3BC8CD-CA26-4D69-BF0E-6883318F4B6B}" dt="2020-02-21T02:45:40.828" v="31" actId="27636"/>
          <ac:spMkLst>
            <pc:docMk/>
            <pc:sldMk cId="0" sldId="1233"/>
            <ac:spMk id="11" creationId="{00000000-0000-0000-0000-000000000000}"/>
          </ac:spMkLst>
        </pc:spChg>
      </pc:sldChg>
      <pc:sldChg chg="del">
        <pc:chgData name="Miguel Ángel Campos Méndez" userId="402d5bdf62ce6c12" providerId="LiveId" clId="{FC3BC8CD-CA26-4D69-BF0E-6883318F4B6B}" dt="2020-02-23T16:20:10.095" v="110" actId="2696"/>
        <pc:sldMkLst>
          <pc:docMk/>
          <pc:sldMk cId="0" sldId="1234"/>
        </pc:sldMkLst>
      </pc:sldChg>
      <pc:sldChg chg="modSp del">
        <pc:chgData name="Miguel Ángel Campos Méndez" userId="402d5bdf62ce6c12" providerId="LiveId" clId="{FC3BC8CD-CA26-4D69-BF0E-6883318F4B6B}" dt="2020-02-23T16:20:10.126" v="111" actId="2696"/>
        <pc:sldMkLst>
          <pc:docMk/>
          <pc:sldMk cId="0" sldId="1235"/>
        </pc:sldMkLst>
        <pc:spChg chg="mod">
          <ac:chgData name="Miguel Ángel Campos Méndez" userId="402d5bdf62ce6c12" providerId="LiveId" clId="{FC3BC8CD-CA26-4D69-BF0E-6883318F4B6B}" dt="2020-02-21T02:45:40.891" v="32" actId="27636"/>
          <ac:spMkLst>
            <pc:docMk/>
            <pc:sldMk cId="0" sldId="1235"/>
            <ac:spMk id="11" creationId="{00000000-0000-0000-0000-000000000000}"/>
          </ac:spMkLst>
        </pc:spChg>
      </pc:sldChg>
      <pc:sldChg chg="modSp del">
        <pc:chgData name="Miguel Ángel Campos Méndez" userId="402d5bdf62ce6c12" providerId="LiveId" clId="{FC3BC8CD-CA26-4D69-BF0E-6883318F4B6B}" dt="2020-02-23T16:20:10.158" v="112" actId="2696"/>
        <pc:sldMkLst>
          <pc:docMk/>
          <pc:sldMk cId="0" sldId="1236"/>
        </pc:sldMkLst>
        <pc:spChg chg="mod">
          <ac:chgData name="Miguel Ángel Campos Méndez" userId="402d5bdf62ce6c12" providerId="LiveId" clId="{FC3BC8CD-CA26-4D69-BF0E-6883318F4B6B}" dt="2020-02-21T02:51:09.225" v="89" actId="1035"/>
          <ac:spMkLst>
            <pc:docMk/>
            <pc:sldMk cId="0" sldId="1236"/>
            <ac:spMk id="8" creationId="{00000000-0000-0000-0000-000000000000}"/>
          </ac:spMkLst>
        </pc:spChg>
        <pc:spChg chg="mod">
          <ac:chgData name="Miguel Ángel Campos Méndez" userId="402d5bdf62ce6c12" providerId="LiveId" clId="{FC3BC8CD-CA26-4D69-BF0E-6883318F4B6B}" dt="2020-02-21T02:45:40.969" v="33" actId="27636"/>
          <ac:spMkLst>
            <pc:docMk/>
            <pc:sldMk cId="0" sldId="1236"/>
            <ac:spMk id="11" creationId="{00000000-0000-0000-0000-000000000000}"/>
          </ac:spMkLst>
        </pc:spChg>
      </pc:sldChg>
      <pc:sldChg chg="modSp del">
        <pc:chgData name="Miguel Ángel Campos Méndez" userId="402d5bdf62ce6c12" providerId="LiveId" clId="{FC3BC8CD-CA26-4D69-BF0E-6883318F4B6B}" dt="2020-02-23T16:20:37.042" v="114" actId="2696"/>
        <pc:sldMkLst>
          <pc:docMk/>
          <pc:sldMk cId="0" sldId="1237"/>
        </pc:sldMkLst>
        <pc:spChg chg="mod">
          <ac:chgData name="Miguel Ángel Campos Méndez" userId="402d5bdf62ce6c12" providerId="LiveId" clId="{FC3BC8CD-CA26-4D69-BF0E-6883318F4B6B}" dt="2020-02-21T02:45:41.016" v="34" actId="27636"/>
          <ac:spMkLst>
            <pc:docMk/>
            <pc:sldMk cId="0" sldId="1237"/>
            <ac:spMk id="11" creationId="{00000000-0000-0000-0000-000000000000}"/>
          </ac:spMkLst>
        </pc:spChg>
      </pc:sldChg>
      <pc:sldChg chg="delSp delAnim">
        <pc:chgData name="Miguel Ángel Campos Méndez" userId="402d5bdf62ce6c12" providerId="LiveId" clId="{FC3BC8CD-CA26-4D69-BF0E-6883318F4B6B}" dt="2020-02-21T02:52:24.321" v="90" actId="478"/>
        <pc:sldMkLst>
          <pc:docMk/>
          <pc:sldMk cId="0" sldId="1239"/>
        </pc:sldMkLst>
        <pc:grpChg chg="del">
          <ac:chgData name="Miguel Ángel Campos Méndez" userId="402d5bdf62ce6c12" providerId="LiveId" clId="{FC3BC8CD-CA26-4D69-BF0E-6883318F4B6B}" dt="2020-02-21T02:52:24.321" v="90" actId="478"/>
          <ac:grpSpMkLst>
            <pc:docMk/>
            <pc:sldMk cId="0" sldId="1239"/>
            <ac:grpSpMk id="6" creationId="{00000000-0000-0000-0000-000000000000}"/>
          </ac:grpSpMkLst>
        </pc:grpChg>
      </pc:sldChg>
      <pc:sldChg chg="modSp">
        <pc:chgData name="Miguel Ángel Campos Méndez" userId="402d5bdf62ce6c12" providerId="LiveId" clId="{FC3BC8CD-CA26-4D69-BF0E-6883318F4B6B}" dt="2020-02-21T02:45:41.062" v="35" actId="27636"/>
        <pc:sldMkLst>
          <pc:docMk/>
          <pc:sldMk cId="0" sldId="1245"/>
        </pc:sldMkLst>
        <pc:spChg chg="mod">
          <ac:chgData name="Miguel Ángel Campos Méndez" userId="402d5bdf62ce6c12" providerId="LiveId" clId="{FC3BC8CD-CA26-4D69-BF0E-6883318F4B6B}" dt="2020-02-21T02:45:41.062" v="35" actId="27636"/>
          <ac:spMkLst>
            <pc:docMk/>
            <pc:sldMk cId="0" sldId="1245"/>
            <ac:spMk id="11" creationId="{00000000-0000-0000-0000-000000000000}"/>
          </ac:spMkLst>
        </pc:spChg>
      </pc:sldChg>
      <pc:sldChg chg="modSp modAnim">
        <pc:chgData name="Miguel Ángel Campos Méndez" userId="402d5bdf62ce6c12" providerId="LiveId" clId="{FC3BC8CD-CA26-4D69-BF0E-6883318F4B6B}" dt="2020-02-21T02:55:04.482" v="104" actId="20577"/>
        <pc:sldMkLst>
          <pc:docMk/>
          <pc:sldMk cId="0" sldId="1247"/>
        </pc:sldMkLst>
        <pc:spChg chg="mod">
          <ac:chgData name="Miguel Ángel Campos Méndez" userId="402d5bdf62ce6c12" providerId="LiveId" clId="{FC3BC8CD-CA26-4D69-BF0E-6883318F4B6B}" dt="2020-02-21T02:54:29.165" v="99" actId="1037"/>
          <ac:spMkLst>
            <pc:docMk/>
            <pc:sldMk cId="0" sldId="1247"/>
            <ac:spMk id="10" creationId="{00000000-0000-0000-0000-000000000000}"/>
          </ac:spMkLst>
        </pc:spChg>
        <pc:spChg chg="mod">
          <ac:chgData name="Miguel Ángel Campos Méndez" userId="402d5bdf62ce6c12" providerId="LiveId" clId="{FC3BC8CD-CA26-4D69-BF0E-6883318F4B6B}" dt="2020-02-21T02:55:04.482" v="104" actId="20577"/>
          <ac:spMkLst>
            <pc:docMk/>
            <pc:sldMk cId="0" sldId="1247"/>
            <ac:spMk id="11" creationId="{00000000-0000-0000-0000-000000000000}"/>
          </ac:spMkLst>
        </pc:spChg>
        <pc:spChg chg="mod">
          <ac:chgData name="Miguel Ángel Campos Méndez" userId="402d5bdf62ce6c12" providerId="LiveId" clId="{FC3BC8CD-CA26-4D69-BF0E-6883318F4B6B}" dt="2020-02-21T02:54:29.165" v="99" actId="1037"/>
          <ac:spMkLst>
            <pc:docMk/>
            <pc:sldMk cId="0" sldId="1247"/>
            <ac:spMk id="13" creationId="{00000000-0000-0000-0000-000000000000}"/>
          </ac:spMkLst>
        </pc:spChg>
        <pc:grpChg chg="mod">
          <ac:chgData name="Miguel Ángel Campos Méndez" userId="402d5bdf62ce6c12" providerId="LiveId" clId="{FC3BC8CD-CA26-4D69-BF0E-6883318F4B6B}" dt="2020-02-21T02:54:29.165" v="99" actId="1037"/>
          <ac:grpSpMkLst>
            <pc:docMk/>
            <pc:sldMk cId="0" sldId="1247"/>
            <ac:grpSpMk id="15" creationId="{00000000-0000-0000-0000-000000000000}"/>
          </ac:grpSpMkLst>
        </pc:grpChg>
      </pc:sldChg>
      <pc:sldChg chg="del">
        <pc:chgData name="Miguel Ángel Campos Méndez" userId="402d5bdf62ce6c12" providerId="LiveId" clId="{FC3BC8CD-CA26-4D69-BF0E-6883318F4B6B}" dt="2020-02-23T16:20:10.017" v="108" actId="2696"/>
        <pc:sldMkLst>
          <pc:docMk/>
          <pc:sldMk cId="0" sldId="1253"/>
        </pc:sldMkLst>
      </pc:sldChg>
      <pc:sldChg chg="del">
        <pc:chgData name="Miguel Ángel Campos Méndez" userId="402d5bdf62ce6c12" providerId="LiveId" clId="{FC3BC8CD-CA26-4D69-BF0E-6883318F4B6B}" dt="2020-02-23T16:20:36.995" v="113" actId="2696"/>
        <pc:sldMkLst>
          <pc:docMk/>
          <pc:sldMk cId="0" sldId="1254"/>
        </pc:sldMkLst>
      </pc:sldChg>
      <pc:sldChg chg="modSp modAnim">
        <pc:chgData name="Miguel Ángel Campos Méndez" userId="402d5bdf62ce6c12" providerId="LiveId" clId="{FC3BC8CD-CA26-4D69-BF0E-6883318F4B6B}" dt="2020-02-21T02:53:56.323" v="91" actId="6549"/>
        <pc:sldMkLst>
          <pc:docMk/>
          <pc:sldMk cId="3712224969" sldId="1258"/>
        </pc:sldMkLst>
        <pc:spChg chg="mod">
          <ac:chgData name="Miguel Ángel Campos Méndez" userId="402d5bdf62ce6c12" providerId="LiveId" clId="{FC3BC8CD-CA26-4D69-BF0E-6883318F4B6B}" dt="2020-02-21T02:53:56.323" v="91" actId="6549"/>
          <ac:spMkLst>
            <pc:docMk/>
            <pc:sldMk cId="3712224969" sldId="1258"/>
            <ac:spMk id="11" creationId="{00000000-0000-0000-0000-000000000000}"/>
          </ac:spMkLst>
        </pc:spChg>
      </pc:sldChg>
      <pc:sldChg chg="modSp">
        <pc:chgData name="Miguel Ángel Campos Méndez" userId="402d5bdf62ce6c12" providerId="LiveId" clId="{FC3BC8CD-CA26-4D69-BF0E-6883318F4B6B}" dt="2020-02-23T16:27:00.768" v="148" actId="6549"/>
        <pc:sldMkLst>
          <pc:docMk/>
          <pc:sldMk cId="1221264528" sldId="1259"/>
        </pc:sldMkLst>
        <pc:spChg chg="mod">
          <ac:chgData name="Miguel Ángel Campos Méndez" userId="402d5bdf62ce6c12" providerId="LiveId" clId="{FC3BC8CD-CA26-4D69-BF0E-6883318F4B6B}" dt="2020-02-23T16:27:00.768" v="148" actId="6549"/>
          <ac:spMkLst>
            <pc:docMk/>
            <pc:sldMk cId="1221264528" sldId="1259"/>
            <ac:spMk id="11" creationId="{00000000-0000-0000-0000-000000000000}"/>
          </ac:spMkLst>
        </pc:spChg>
      </pc:sldChg>
    </pc:docChg>
  </pc:docChgLst>
  <pc:docChgLst>
    <pc:chgData name="Miguel Ángel Campos Méndez" userId="402d5bdf62ce6c12" providerId="LiveId" clId="{DB9BB9D0-2EE3-4C44-B93D-66D4BEA816D8}"/>
    <pc:docChg chg="modSld">
      <pc:chgData name="Miguel Ángel Campos Méndez" userId="402d5bdf62ce6c12" providerId="LiveId" clId="{DB9BB9D0-2EE3-4C44-B93D-66D4BEA816D8}" dt="2021-04-07T09:05:02" v="13" actId="20577"/>
      <pc:docMkLst>
        <pc:docMk/>
      </pc:docMkLst>
      <pc:sldChg chg="modSp mod">
        <pc:chgData name="Miguel Ángel Campos Méndez" userId="402d5bdf62ce6c12" providerId="LiveId" clId="{DB9BB9D0-2EE3-4C44-B93D-66D4BEA816D8}" dt="2021-04-06T04:13:31.914" v="6" actId="20577"/>
        <pc:sldMkLst>
          <pc:docMk/>
          <pc:sldMk cId="0" sldId="1212"/>
        </pc:sldMkLst>
        <pc:spChg chg="mod">
          <ac:chgData name="Miguel Ángel Campos Méndez" userId="402d5bdf62ce6c12" providerId="LiveId" clId="{DB9BB9D0-2EE3-4C44-B93D-66D4BEA816D8}" dt="2021-04-06T04:13:31.914" v="6" actId="20577"/>
          <ac:spMkLst>
            <pc:docMk/>
            <pc:sldMk cId="0" sldId="1212"/>
            <ac:spMk id="7" creationId="{00000000-0000-0000-0000-000000000000}"/>
          </ac:spMkLst>
        </pc:spChg>
      </pc:sldChg>
      <pc:sldChg chg="modSp mod">
        <pc:chgData name="Miguel Ángel Campos Méndez" userId="402d5bdf62ce6c12" providerId="LiveId" clId="{DB9BB9D0-2EE3-4C44-B93D-66D4BEA816D8}" dt="2021-04-07T09:05:02" v="13" actId="20577"/>
        <pc:sldMkLst>
          <pc:docMk/>
          <pc:sldMk cId="0" sldId="1225"/>
        </pc:sldMkLst>
        <pc:spChg chg="mod">
          <ac:chgData name="Miguel Ángel Campos Méndez" userId="402d5bdf62ce6c12" providerId="LiveId" clId="{DB9BB9D0-2EE3-4C44-B93D-66D4BEA816D8}" dt="2021-04-07T09:05:02" v="13" actId="20577"/>
          <ac:spMkLst>
            <pc:docMk/>
            <pc:sldMk cId="0" sldId="1225"/>
            <ac:spMk id="11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8F6882-623C-4F59-89C4-4E5CBDBBE090}" type="datetimeFigureOut">
              <a:rPr lang="es-ES" smtClean="0"/>
              <a:pPr/>
              <a:t>16/11/2021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0F02F-573B-4E64-A300-A7C383857750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603292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ECD25255-EE5E-40E3-B634-65B4AA002A7D}" type="datetimeFigureOut">
              <a:rPr lang="es-ES" smtClean="0"/>
              <a:pPr/>
              <a:t>16/11/2021</a:t>
            </a:fld>
            <a:endParaRPr lang="es-ES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s-ES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9DDBB7FF-5F31-4F6A-871A-89C210F39D73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634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ítulo y objetos"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85728"/>
            <a:ext cx="8229600" cy="500066"/>
          </a:xfrm>
        </p:spPr>
        <p:txBody>
          <a:bodyPr>
            <a:noAutofit/>
          </a:bodyPr>
          <a:lstStyle>
            <a:lvl1pPr>
              <a:defRPr sz="3600" b="1">
                <a:ln>
                  <a:solidFill>
                    <a:srgbClr val="0070C0"/>
                  </a:solidFill>
                </a:ln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kumimoji="0" lang="es-ES" dirty="0"/>
              <a:t>Haga clic para modificar el estilo de título del patrón</a:t>
            </a:r>
            <a:endParaRPr kumimoji="0"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110178"/>
          </a:xfrm>
        </p:spPr>
        <p:txBody>
          <a:bodyPr/>
          <a:lstStyle>
            <a:lvl1pPr marL="0" indent="0">
              <a:buNone/>
              <a:defRPr sz="2400" i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1pPr>
            <a:lvl2pPr marL="360363" indent="-360363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 sz="22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2pPr>
            <a:lvl3pPr marL="714375" indent="-355600">
              <a:buClr>
                <a:srgbClr val="FFC000"/>
              </a:buClr>
              <a:buFont typeface="Constantia" pitchFamily="18" charset="0"/>
              <a:buChar char="—"/>
              <a:def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3pPr>
            <a:lvl4pPr marL="107632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4pPr>
            <a:lvl5pPr marL="1438275" indent="-361950">
              <a:buClr>
                <a:schemeClr val="bg2">
                  <a:lumMod val="20000"/>
                  <a:lumOff val="80000"/>
                </a:schemeClr>
              </a:buClr>
              <a:buSzPct val="100000"/>
              <a:buFont typeface="Wingdings" pitchFamily="2" charset="2"/>
              <a:buChar char="ü"/>
              <a:defRPr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defRPr>
            </a:lvl5pPr>
          </a:lstStyle>
          <a:p>
            <a:pPr lvl="0" eaLnBrk="1" latinLnBrk="0" hangingPunct="1"/>
            <a:r>
              <a:rPr lang="es-ES" dirty="0"/>
              <a:t>Haga clic para modificar el estilo de texto del patrón</a:t>
            </a:r>
          </a:p>
          <a:p>
            <a:pPr lvl="1" eaLnBrk="1" latinLnBrk="0" hangingPunct="1"/>
            <a:r>
              <a:rPr lang="es-ES" dirty="0"/>
              <a:t>Segundo nivel</a:t>
            </a:r>
          </a:p>
          <a:p>
            <a:pPr lvl="2" eaLnBrk="1" latinLnBrk="0" hangingPunct="1"/>
            <a:r>
              <a:rPr lang="es-ES" dirty="0"/>
              <a:t>Tercer nivel</a:t>
            </a:r>
          </a:p>
          <a:p>
            <a:pPr lvl="3" eaLnBrk="1" latinLnBrk="0" hangingPunct="1"/>
            <a:r>
              <a:rPr lang="es-ES" dirty="0"/>
              <a:t>Cuarto nivel</a:t>
            </a:r>
          </a:p>
          <a:p>
            <a:pPr lvl="4" eaLnBrk="1" latinLnBrk="0" hangingPunct="1"/>
            <a:r>
              <a:rPr lang="es-ES" dirty="0"/>
              <a:t>Quinto nivel</a:t>
            </a:r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4414" y="6356350"/>
            <a:ext cx="557216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s-ES" dirty="0"/>
              <a:t>Fundamentos de la programación: Más sobre tipos e instrucciones</a:t>
            </a: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29454" y="6356350"/>
            <a:ext cx="9000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Página </a:t>
            </a:r>
            <a:fld id="{042AED99-7FB4-404E-8A97-64753DCE42EC}" type="slidenum">
              <a:rPr lang="en-US" smtClean="0"/>
              <a:pPr/>
              <a:t>‹Nº›</a:t>
            </a:fld>
            <a:endParaRPr lang="en-US" dirty="0"/>
          </a:p>
        </p:txBody>
      </p:sp>
      <p:cxnSp>
        <p:nvCxnSpPr>
          <p:cNvPr id="8" name="7 Conector recto"/>
          <p:cNvCxnSpPr/>
          <p:nvPr userDrawn="1"/>
        </p:nvCxnSpPr>
        <p:spPr>
          <a:xfrm>
            <a:off x="428596" y="857232"/>
            <a:ext cx="8286808" cy="0"/>
          </a:xfrm>
          <a:prstGeom prst="line">
            <a:avLst/>
          </a:prstGeom>
          <a:ln w="28575">
            <a:solidFill>
              <a:schemeClr val="accent2">
                <a:lumMod val="20000"/>
                <a:lumOff val="80000"/>
              </a:schemeClr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9 Imagen" descr="ucmtrozo.jpg"/>
          <p:cNvPicPr>
            <a:picLocks noChangeAspect="1"/>
          </p:cNvPicPr>
          <p:nvPr userDrawn="1"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-20000"/>
          </a:blip>
          <a:stretch>
            <a:fillRect/>
          </a:stretch>
        </p:blipFill>
        <p:spPr>
          <a:xfrm>
            <a:off x="8058150" y="5669280"/>
            <a:ext cx="1085850" cy="1188720"/>
          </a:xfrm>
          <a:prstGeom prst="rect">
            <a:avLst/>
          </a:prstGeom>
        </p:spPr>
      </p:pic>
      <p:sp>
        <p:nvSpPr>
          <p:cNvPr id="11" name="10 CuadroTexto"/>
          <p:cNvSpPr txBox="1"/>
          <p:nvPr userDrawn="1"/>
        </p:nvSpPr>
        <p:spPr>
          <a:xfrm>
            <a:off x="-32" y="5045880"/>
            <a:ext cx="353943" cy="1336263"/>
          </a:xfrm>
          <a:prstGeom prst="rect">
            <a:avLst/>
          </a:prstGeom>
          <a:noFill/>
        </p:spPr>
        <p:txBody>
          <a:bodyPr vert="vert270" wrap="none" rtlCol="0">
            <a:spAutoFit/>
          </a:bodyPr>
          <a:lstStyle/>
          <a:p>
            <a:r>
              <a:rPr lang="es-ES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Luis Hernández Yáñez</a:t>
            </a:r>
          </a:p>
        </p:txBody>
      </p:sp>
      <p:pic>
        <p:nvPicPr>
          <p:cNvPr id="13" name="12 Imagen" descr="CreativeCommons.png">
            <a:hlinkClick r:id="rId3"/>
          </p:cNvPr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55972" y="6381328"/>
            <a:ext cx="959644" cy="335756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med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11/16/2021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/>
          </a:p>
        </p:txBody>
      </p:sp>
    </p:spTree>
  </p:cSld>
  <p:clrMapOvr>
    <a:masterClrMapping/>
  </p:clrMapOvr>
  <p:transition spd="med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75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11/16/2021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‹Nº›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grpSp>
        <p:nvGrpSpPr>
          <p:cNvPr id="2" name="1 Grupo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med">
    <p:wipe dir="d"/>
  </p:transition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3.0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4.png"/><Relationship Id="rId2" Type="http://schemas.openxmlformats.org/officeDocument/2006/relationships/hyperlink" Target="http://creativecommons.org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reativecommons.org/licenses/by-nc-sa/3.0/" TargetMode="Externa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3 Imagen" descr="ucmtrozo.jpg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515225" y="5074920"/>
            <a:ext cx="1628775" cy="1783080"/>
          </a:xfrm>
          <a:prstGeom prst="rect">
            <a:avLst/>
          </a:prstGeom>
        </p:spPr>
      </p:pic>
      <p:sp>
        <p:nvSpPr>
          <p:cNvPr id="8" name="7 CuadroTexto"/>
          <p:cNvSpPr txBox="1">
            <a:spLocks noChangeAspect="1"/>
          </p:cNvSpPr>
          <p:nvPr/>
        </p:nvSpPr>
        <p:spPr>
          <a:xfrm>
            <a:off x="500033" y="1847839"/>
            <a:ext cx="1548000" cy="1548000"/>
          </a:xfrm>
          <a:prstGeom prst="rect">
            <a:avLst/>
          </a:prstGeom>
          <a:solidFill>
            <a:schemeClr val="accent2">
              <a:tint val="98000"/>
              <a:shade val="25000"/>
              <a:satMod val="250000"/>
            </a:schemeClr>
          </a:solidFill>
          <a:effectLst>
            <a:innerShdw blurRad="63500" dist="50800" dir="2700000">
              <a:prstClr val="black">
                <a:alpha val="50000"/>
              </a:prstClr>
            </a:inn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rtlCol="0">
            <a:noAutofit/>
          </a:bodyPr>
          <a:lstStyle/>
          <a:p>
            <a:pPr algn="ctr"/>
            <a:r>
              <a:rPr lang="es-ES" sz="8800" b="1" dirty="0">
                <a:solidFill>
                  <a:schemeClr val="bg2">
                    <a:lumMod val="20000"/>
                    <a:lumOff val="8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10</a:t>
            </a:r>
          </a:p>
        </p:txBody>
      </p:sp>
      <p:sp>
        <p:nvSpPr>
          <p:cNvPr id="10" name="2 Subtítulo"/>
          <p:cNvSpPr>
            <a:spLocks noGrp="1"/>
          </p:cNvSpPr>
          <p:nvPr>
            <p:ph type="subTitle" idx="1"/>
          </p:nvPr>
        </p:nvSpPr>
        <p:spPr>
          <a:xfrm>
            <a:off x="604838" y="4157230"/>
            <a:ext cx="6681806" cy="2415042"/>
          </a:xfrm>
        </p:spPr>
        <p:txBody>
          <a:bodyPr>
            <a:norm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Grado en Ingeniería Informática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del Software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Grado en Ingeniería de Computadores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Luis Hernández Yáñez</a:t>
            </a:r>
            <a:b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Facultad de Informática</a:t>
            </a:r>
            <a:b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Universidad Complutense</a:t>
            </a:r>
          </a:p>
        </p:txBody>
      </p:sp>
      <p:pic>
        <p:nvPicPr>
          <p:cNvPr id="9" name="8 Imagen" descr="CreativeCommons.png">
            <a:hlinkClick r:id="rId3"/>
          </p:cNvPr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95536" y="6021288"/>
            <a:ext cx="1343501" cy="47005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10 CuadroTexto"/>
          <p:cNvSpPr txBox="1"/>
          <p:nvPr/>
        </p:nvSpPr>
        <p:spPr>
          <a:xfrm>
            <a:off x="428596" y="642918"/>
            <a:ext cx="507786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323975">
              <a:tabLst>
                <a:tab pos="6010275" algn="l"/>
              </a:tabLs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Fundamentos de </a:t>
            </a:r>
            <a:r>
              <a:rPr lang="es-ES" sz="2800">
                <a:solidFill>
                  <a:schemeClr val="bg2">
                    <a:lumMod val="20000"/>
                    <a:lumOff val="80000"/>
                  </a:schemeClr>
                </a:solidFill>
                <a:latin typeface="+mj-lt"/>
              </a:rPr>
              <a:t>la programación</a:t>
            </a:r>
            <a:endParaRPr lang="es-ES" sz="2800" dirty="0">
              <a:solidFill>
                <a:schemeClr val="bg2">
                  <a:lumMod val="20000"/>
                  <a:lumOff val="80000"/>
                </a:schemeClr>
              </a:solidFill>
              <a:latin typeface="+mj-lt"/>
            </a:endParaRPr>
          </a:p>
        </p:txBody>
      </p:sp>
      <p:cxnSp>
        <p:nvCxnSpPr>
          <p:cNvPr id="12" name="11 Conector recto"/>
          <p:cNvCxnSpPr/>
          <p:nvPr/>
        </p:nvCxnSpPr>
        <p:spPr>
          <a:xfrm>
            <a:off x="500034" y="1214422"/>
            <a:ext cx="7643866" cy="0"/>
          </a:xfrm>
          <a:prstGeom prst="line">
            <a:avLst/>
          </a:prstGeom>
          <a:ln>
            <a:solidFill>
              <a:schemeClr val="bg2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1 Título"/>
          <p:cNvSpPr>
            <a:spLocks noGrp="1"/>
          </p:cNvSpPr>
          <p:nvPr>
            <p:ph type="ctrTitle"/>
          </p:nvPr>
        </p:nvSpPr>
        <p:spPr>
          <a:xfrm>
            <a:off x="2428860" y="1844824"/>
            <a:ext cx="6072230" cy="1440160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Introducción</a:t>
            </a:r>
            <a:b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</a:br>
            <a:r>
              <a:rPr lang="es-ES" sz="4800" dirty="0">
                <a:gradFill flip="none" rotWithShape="1">
                  <a:gsLst>
                    <a:gs pos="0">
                      <a:schemeClr val="accent1">
                        <a:tint val="66000"/>
                        <a:satMod val="160000"/>
                      </a:schemeClr>
                    </a:gs>
                    <a:gs pos="50000">
                      <a:schemeClr val="accent1">
                        <a:tint val="44500"/>
                        <a:satMod val="160000"/>
                      </a:schemeClr>
                    </a:gs>
                    <a:gs pos="100000">
                      <a:schemeClr val="accent1">
                        <a:tint val="23500"/>
                        <a:satMod val="160000"/>
                      </a:schemeClr>
                    </a:gs>
                  </a:gsLst>
                  <a:lin ang="2700000" scaled="1"/>
                  <a:tileRect/>
                </a:gradFill>
              </a:rPr>
              <a:t>a la recursión</a:t>
            </a:r>
            <a:endParaRPr lang="es-ES" sz="4800" b="0" dirty="0">
              <a:gradFill flip="none" rotWithShape="1">
                <a:gsLst>
                  <a:gs pos="0">
                    <a:schemeClr val="accent1">
                      <a:tint val="66000"/>
                      <a:satMod val="160000"/>
                    </a:schemeClr>
                  </a:gs>
                  <a:gs pos="50000">
                    <a:schemeClr val="accent1">
                      <a:tint val="44500"/>
                      <a:satMod val="160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2700000" scaled="1"/>
                <a:tileRect/>
              </a:gradFill>
            </a:endParaRPr>
          </a:p>
        </p:txBody>
      </p:sp>
    </p:spTree>
  </p:cSld>
  <p:clrMapOvr>
    <a:masterClrMapping/>
  </p:clrMapOvr>
  <p:transition spd="med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982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3333205" y="3044280"/>
            <a:ext cx="2477858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Recursión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Concepto de recursión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Recursión (recursividad, recurrencia)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Definición recursiva: En la definición aparece lo que se define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  <a:tabLst>
                <a:tab pos="4305300" algn="l"/>
              </a:tabLst>
            </a:pPr>
            <a:r>
              <a:rPr lang="es-ES" sz="2000" dirty="0">
                <a:solidFill>
                  <a:srgbClr val="FFC000"/>
                </a:solidFill>
              </a:rPr>
              <a:t>Factorial</a:t>
            </a:r>
            <a:r>
              <a:rPr lang="es-ES" sz="2000" dirty="0"/>
              <a:t>(N) = N </a:t>
            </a:r>
            <a:r>
              <a:rPr lang="es-ES" sz="2000" dirty="0">
                <a:latin typeface="+mj-lt"/>
                <a:cs typeface="Consolas" pitchFamily="49" charset="0"/>
              </a:rPr>
              <a:t>x</a:t>
            </a:r>
            <a:r>
              <a:rPr lang="es-ES" sz="2000" dirty="0"/>
              <a:t> </a:t>
            </a:r>
            <a:r>
              <a:rPr lang="es-ES" sz="2000" dirty="0">
                <a:solidFill>
                  <a:srgbClr val="FFC000"/>
                </a:solidFill>
              </a:rPr>
              <a:t>Factorial</a:t>
            </a:r>
            <a:r>
              <a:rPr lang="es-ES" sz="2000" dirty="0"/>
              <a:t>(N-1)	(N &gt;= 0)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pSp>
        <p:nvGrpSpPr>
          <p:cNvPr id="7" name="15 Grupo"/>
          <p:cNvGrpSpPr/>
          <p:nvPr/>
        </p:nvGrpSpPr>
        <p:grpSpPr>
          <a:xfrm>
            <a:off x="967205" y="3045663"/>
            <a:ext cx="4498965" cy="3191649"/>
            <a:chOff x="967205" y="3045663"/>
            <a:chExt cx="4498965" cy="319164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67205" y="3045663"/>
              <a:ext cx="1905000" cy="291465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22" name="21 CuadroTexto"/>
            <p:cNvSpPr txBox="1"/>
            <p:nvPr/>
          </p:nvSpPr>
          <p:spPr>
            <a:xfrm>
              <a:off x="1346415" y="5960313"/>
              <a:ext cx="1204753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(wikipedia.org)</a:t>
              </a:r>
            </a:p>
          </p:txBody>
        </p:sp>
        <p:sp>
          <p:nvSpPr>
            <p:cNvPr id="26" name="25 CuadroTexto"/>
            <p:cNvSpPr txBox="1"/>
            <p:nvPr/>
          </p:nvSpPr>
          <p:spPr>
            <a:xfrm>
              <a:off x="2916754" y="5043884"/>
              <a:ext cx="2549416" cy="83099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imagen del paquete</a:t>
              </a:r>
              <a:b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aparece dentro del propio</a:t>
              </a:r>
              <a:b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paquete,... </a:t>
              </a:r>
              <a:r>
                <a:rPr lang="es-ES" sz="1600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¡hasta el infinito!</a:t>
              </a:r>
            </a:p>
          </p:txBody>
        </p:sp>
      </p:grpSp>
      <p:grpSp>
        <p:nvGrpSpPr>
          <p:cNvPr id="8" name="16 Grupo"/>
          <p:cNvGrpSpPr/>
          <p:nvPr/>
        </p:nvGrpSpPr>
        <p:grpSpPr>
          <a:xfrm>
            <a:off x="6325586" y="2392313"/>
            <a:ext cx="2379177" cy="2774866"/>
            <a:chOff x="6325586" y="2392313"/>
            <a:chExt cx="2379177" cy="2774866"/>
          </a:xfrm>
        </p:grpSpPr>
        <p:pic>
          <p:nvPicPr>
            <p:cNvPr id="3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560611" y="3242355"/>
              <a:ext cx="1905000" cy="1647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3" name="22 CuadroTexto"/>
            <p:cNvSpPr txBox="1"/>
            <p:nvPr/>
          </p:nvSpPr>
          <p:spPr>
            <a:xfrm>
              <a:off x="6917846" y="4890180"/>
              <a:ext cx="1204753" cy="276999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(wikipedia.org)</a:t>
              </a: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6325586" y="2392313"/>
              <a:ext cx="2379177" cy="83099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Cada triángulo está</a:t>
              </a:r>
              <a:b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formado por otros </a:t>
              </a:r>
              <a:b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triángulos más pequeños</a:t>
              </a:r>
            </a:p>
          </p:txBody>
        </p:sp>
      </p:grpSp>
      <p:grpSp>
        <p:nvGrpSpPr>
          <p:cNvPr id="9" name="17 Grupo"/>
          <p:cNvGrpSpPr/>
          <p:nvPr/>
        </p:nvGrpSpPr>
        <p:grpSpPr>
          <a:xfrm>
            <a:off x="3331807" y="2708920"/>
            <a:ext cx="2750112" cy="2167414"/>
            <a:chOff x="3403815" y="2952904"/>
            <a:chExt cx="2750112" cy="2167414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3802232" y="2952904"/>
              <a:ext cx="1905000" cy="14287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6" name="35 CuadroTexto"/>
            <p:cNvSpPr txBox="1"/>
            <p:nvPr/>
          </p:nvSpPr>
          <p:spPr>
            <a:xfrm>
              <a:off x="3403815" y="4381654"/>
              <a:ext cx="2750112" cy="73866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cámara graba lo que graba</a:t>
              </a:r>
            </a:p>
            <a:p>
              <a:pPr algn="ctr">
                <a:spcAft>
                  <a:spcPts val="600"/>
                </a:spcAft>
              </a:pPr>
              <a:r>
                <a:rPr lang="es-ES" sz="10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(http://farm1.static.flickr.com/83</a:t>
              </a:r>
              <a:br>
                <a:rPr lang="es-ES" sz="10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05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/229219543_edf740535b.jpg)</a:t>
              </a:r>
            </a:p>
          </p:txBody>
        </p:sp>
      </p:grpSp>
      <p:grpSp>
        <p:nvGrpSpPr>
          <p:cNvPr id="10" name="18 Grupo"/>
          <p:cNvGrpSpPr/>
          <p:nvPr/>
        </p:nvGrpSpPr>
        <p:grpSpPr>
          <a:xfrm>
            <a:off x="5956790" y="5410199"/>
            <a:ext cx="1999586" cy="876940"/>
            <a:chOff x="5781609" y="5410199"/>
            <a:chExt cx="1999586" cy="876940"/>
          </a:xfrm>
        </p:grpSpPr>
        <p:pic>
          <p:nvPicPr>
            <p:cNvPr id="37" name="Picture 1060" descr="C:\WINDOWS\Escritorio\amatriosh3.jpg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5900255" y="5410199"/>
              <a:ext cx="1722397" cy="548640"/>
            </a:xfrm>
            <a:prstGeom prst="rect">
              <a:avLst/>
            </a:prstGeom>
            <a:noFill/>
          </p:spPr>
        </p:pic>
        <p:sp>
          <p:nvSpPr>
            <p:cNvPr id="38" name="37 CuadroTexto"/>
            <p:cNvSpPr txBox="1"/>
            <p:nvPr/>
          </p:nvSpPr>
          <p:spPr>
            <a:xfrm>
              <a:off x="5781609" y="5948585"/>
              <a:ext cx="1999586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Las </a:t>
              </a:r>
              <a:r>
                <a:rPr lang="es-ES" sz="1600" i="1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matrioskas</a:t>
              </a: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rusas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Definiciones recursivas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Factorial(N) = N </a:t>
            </a:r>
            <a:r>
              <a:rPr lang="es-ES" i="1" dirty="0">
                <a:latin typeface="+mj-lt"/>
                <a:cs typeface="Consolas" pitchFamily="49" charset="0"/>
              </a:rPr>
              <a:t>x</a:t>
            </a:r>
            <a:r>
              <a:rPr lang="es-ES" i="1" dirty="0"/>
              <a:t> Factorial(N-1)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factorial se define en función de sí mismo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Los programas no pueden manejar la recursión infinita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La definición recursiva debe adjuntar uno o más casos base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Caso base</a:t>
            </a:r>
            <a:r>
              <a:rPr lang="es-ES" dirty="0"/>
              <a:t>: aquel en el que no se utiliza la definición recursiva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Proporcionan puntos finales de cálculo:</a:t>
            </a:r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valor de N se va aproximando al valor del caso base (0)</a:t>
            </a:r>
          </a:p>
        </p:txBody>
      </p:sp>
      <p:sp>
        <p:nvSpPr>
          <p:cNvPr id="12" name="11 Rectángulo"/>
          <p:cNvSpPr/>
          <p:nvPr/>
        </p:nvSpPr>
        <p:spPr>
          <a:xfrm>
            <a:off x="2558180" y="3748970"/>
            <a:ext cx="626229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066925" algn="l"/>
                <a:tab pos="3228975" algn="l"/>
              </a:tabLs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 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  <a:cs typeface="Consolas" pitchFamily="49" charset="0"/>
              </a:rPr>
              <a:t>x</a:t>
            </a: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Factorial(N-1)	si N &gt; 0	</a:t>
            </a: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Caso recursivo (inducción)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827584" y="4046527"/>
            <a:ext cx="151374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Factorial(N)</a:t>
            </a:r>
          </a:p>
        </p:txBody>
      </p:sp>
      <p:sp>
        <p:nvSpPr>
          <p:cNvPr id="14" name="13 Rectángulo"/>
          <p:cNvSpPr/>
          <p:nvPr/>
        </p:nvSpPr>
        <p:spPr>
          <a:xfrm>
            <a:off x="2558180" y="4397042"/>
            <a:ext cx="599407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066925">
              <a:tabLst>
                <a:tab pos="2066925" algn="l"/>
                <a:tab pos="3228975" algn="l"/>
              </a:tabLs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	si N = 0	</a:t>
            </a:r>
            <a:r>
              <a:rPr lang="es-ES" sz="20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Caso base (o de parada)</a:t>
            </a:r>
          </a:p>
        </p:txBody>
      </p:sp>
      <p:sp>
        <p:nvSpPr>
          <p:cNvPr id="15" name="14 Abrir llave"/>
          <p:cNvSpPr/>
          <p:nvPr/>
        </p:nvSpPr>
        <p:spPr>
          <a:xfrm>
            <a:off x="2339752" y="3789128"/>
            <a:ext cx="216024" cy="936016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 sz="2000"/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952638" y="3044280"/>
            <a:ext cx="5238999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Algoritmos recursivos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Algoritmos recursivos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fontScale="92500" lnSpcReduction="20000"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Funciones recursivas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Una función puede implementar un algoritmo recursivo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La función se llamará a sí misma si no se ha llegado al caso base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1800"/>
              </a:spcAft>
              <a:buNone/>
            </a:pPr>
            <a:endParaRPr lang="es-ES" dirty="0"/>
          </a:p>
          <a:p>
            <a:pPr lvl="1" indent="1588">
              <a:lnSpc>
                <a:spcPts val="2100"/>
              </a:lnSpc>
              <a:spcBef>
                <a:spcPts val="1200"/>
              </a:spcBef>
              <a:buNone/>
            </a:pPr>
            <a:b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</a:b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factorial(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(n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) { 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180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Caso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base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n * factorial(n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lnSpc>
                <a:spcPts val="2100"/>
              </a:lnSpc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}</a:t>
            </a:r>
            <a:endParaRPr lang="es-ES" sz="1800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3" name="Grupo 2"/>
          <p:cNvGrpSpPr/>
          <p:nvPr/>
        </p:nvGrpSpPr>
        <p:grpSpPr>
          <a:xfrm>
            <a:off x="1528614" y="2276872"/>
            <a:ext cx="5491658" cy="944236"/>
            <a:chOff x="827584" y="2458988"/>
            <a:chExt cx="5491658" cy="944236"/>
          </a:xfrm>
        </p:grpSpPr>
        <p:sp>
          <p:nvSpPr>
            <p:cNvPr id="12" name="11 Rectángulo"/>
            <p:cNvSpPr/>
            <p:nvPr/>
          </p:nvSpPr>
          <p:spPr>
            <a:xfrm>
              <a:off x="2574802" y="3003114"/>
              <a:ext cx="360042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tabLst>
                  <a:tab pos="2514600" algn="l"/>
                </a:tabLs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cs typeface="Consolas" pitchFamily="49" charset="0"/>
                </a:rPr>
                <a:t>x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Factorial(N-1)	si N &gt; 0</a:t>
              </a:r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827584" y="2715082"/>
              <a:ext cx="151374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Factorial(N)</a:t>
              </a:r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2574802" y="2458988"/>
              <a:ext cx="374444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066925">
                <a:tabLst>
                  <a:tab pos="2514600" algn="l"/>
                </a:tabLs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1	si N = 0</a:t>
              </a:r>
            </a:p>
          </p:txBody>
        </p:sp>
        <p:sp>
          <p:nvSpPr>
            <p:cNvPr id="15" name="14 Abrir llave"/>
            <p:cNvSpPr/>
            <p:nvPr/>
          </p:nvSpPr>
          <p:spPr>
            <a:xfrm>
              <a:off x="2339728" y="2527721"/>
              <a:ext cx="216000" cy="792000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8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9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Algoritmos recursivos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Funciones recursivas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factorial(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(n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 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180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Caso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base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n * factorial(n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s-ES" sz="18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srgbClr val="FFC000"/>
                </a:solidFill>
              </a:rPr>
              <a:t>factorial(5)</a:t>
            </a:r>
            <a:r>
              <a:rPr lang="es-ES" sz="2000" dirty="0"/>
              <a:t> </a:t>
            </a:r>
            <a:r>
              <a:rPr lang="es-ES" sz="2000" dirty="0">
                <a:sym typeface="Wingdings" pitchFamily="2" charset="2"/>
              </a:rPr>
              <a:t> 5 </a:t>
            </a:r>
            <a:r>
              <a:rPr lang="es-ES" sz="2000" dirty="0">
                <a:latin typeface="+mj-lt"/>
                <a:sym typeface="Wingdings" pitchFamily="2" charset="2"/>
              </a:rPr>
              <a:t>x</a:t>
            </a:r>
            <a:r>
              <a:rPr lang="es-ES" sz="2000" dirty="0">
                <a:sym typeface="Wingdings" pitchFamily="2" charset="2"/>
              </a:rPr>
              <a:t> </a:t>
            </a:r>
            <a:r>
              <a:rPr lang="es-ES" sz="2000" dirty="0">
                <a:solidFill>
                  <a:srgbClr val="FFC000"/>
                </a:solidFill>
                <a:sym typeface="Wingdings" pitchFamily="2" charset="2"/>
              </a:rPr>
              <a:t>factorial(4)</a:t>
            </a:r>
            <a:r>
              <a:rPr lang="es-ES" sz="2000" dirty="0">
                <a:sym typeface="Wingdings" pitchFamily="2" charset="2"/>
              </a:rPr>
              <a:t>  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5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4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</a:t>
            </a:r>
            <a:r>
              <a:rPr lang="es-ES" sz="2000" dirty="0">
                <a:solidFill>
                  <a:srgbClr val="FFC000"/>
                </a:solidFill>
                <a:sym typeface="Wingdings" pitchFamily="2" charset="2"/>
              </a:rPr>
              <a:t>factorial(3)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 5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4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3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</a:t>
            </a:r>
            <a:r>
              <a:rPr lang="es-ES" sz="2000" dirty="0">
                <a:solidFill>
                  <a:srgbClr val="FFC000"/>
                </a:solidFill>
                <a:sym typeface="Wingdings" pitchFamily="2" charset="2"/>
              </a:rPr>
              <a:t>factorial(2)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 5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4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3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2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</a:t>
            </a:r>
            <a:r>
              <a:rPr lang="es-ES" sz="2000" dirty="0">
                <a:solidFill>
                  <a:srgbClr val="FFC000"/>
                </a:solidFill>
                <a:sym typeface="Wingdings" pitchFamily="2" charset="2"/>
              </a:rPr>
              <a:t>factorial(1)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 5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4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3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2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1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</a:t>
            </a:r>
            <a:r>
              <a:rPr lang="es-ES" sz="2000" dirty="0">
                <a:solidFill>
                  <a:srgbClr val="FFC000"/>
                </a:solidFill>
                <a:sym typeface="Wingdings" pitchFamily="2" charset="2"/>
              </a:rPr>
              <a:t>factorial(0)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 5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4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3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2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1 </a:t>
            </a:r>
            <a:r>
              <a:rPr lang="es-ES" sz="2000" dirty="0">
                <a:solidFill>
                  <a:prstClr val="white"/>
                </a:solidFill>
                <a:latin typeface="Calibri"/>
                <a:sym typeface="Wingdings" pitchFamily="2" charset="2"/>
              </a:rPr>
              <a:t>x</a:t>
            </a: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 1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solidFill>
                  <a:prstClr val="white"/>
                </a:solidFill>
                <a:sym typeface="Wingdings" pitchFamily="2" charset="2"/>
              </a:rPr>
              <a:t> 120</a:t>
            </a:r>
            <a:endParaRPr lang="es-ES" sz="2000" dirty="0"/>
          </a:p>
        </p:txBody>
      </p:sp>
      <p:grpSp>
        <p:nvGrpSpPr>
          <p:cNvPr id="6" name="Grupo 5"/>
          <p:cNvGrpSpPr/>
          <p:nvPr/>
        </p:nvGrpSpPr>
        <p:grpSpPr>
          <a:xfrm>
            <a:off x="3014661" y="5545807"/>
            <a:ext cx="1221682" cy="369332"/>
            <a:chOff x="3014661" y="5545807"/>
            <a:chExt cx="1221682" cy="369332"/>
          </a:xfrm>
        </p:grpSpPr>
        <p:cxnSp>
          <p:nvCxnSpPr>
            <p:cNvPr id="16" name="15 Conector recto"/>
            <p:cNvCxnSpPr/>
            <p:nvPr/>
          </p:nvCxnSpPr>
          <p:spPr>
            <a:xfrm>
              <a:off x="3014661" y="5564857"/>
              <a:ext cx="122168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16 CuadroTexto"/>
            <p:cNvSpPr txBox="1"/>
            <p:nvPr/>
          </p:nvSpPr>
          <p:spPr>
            <a:xfrm>
              <a:off x="3062286" y="5545807"/>
              <a:ext cx="114967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Caso base</a:t>
              </a:r>
            </a:p>
          </p:txBody>
        </p:sp>
      </p:grpSp>
      <p:pic>
        <p:nvPicPr>
          <p:cNvPr id="7" name="Imagen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7656" y="1272703"/>
            <a:ext cx="1828800" cy="41005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6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Algoritmos recursivos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lnSpcReduction="10000"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Diseño de funciones recursivas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Una función recursiva debe satisfacer tres condiciones: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/>
              <a:t>Caso(s) base: Debe haber al menos un caso base de parada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dirty="0"/>
              <a:t>Inducción: Paso recursivo que provoca una llamada recursiva</a:t>
            </a:r>
          </a:p>
          <a:p>
            <a:pPr marL="714375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Debe ser correcto para distintos parámetros de entrada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s-ES" spc="-30" dirty="0"/>
              <a:t>Convergencia: Cada paso recursivo debe acercar a un caso base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 describe el problema en términos de problemas </a:t>
            </a:r>
            <a:r>
              <a:rPr lang="es-ES" i="1" dirty="0"/>
              <a:t>más sencillos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r>
              <a:rPr lang="es-ES" dirty="0"/>
              <a:t>: tiene caso base (N = 0), siendo correcta </a:t>
            </a:r>
            <a:br>
              <a:rPr lang="es-ES" dirty="0"/>
            </a:br>
            <a:r>
              <a:rPr lang="es-ES" dirty="0"/>
              <a:t>para N es correcta para N+1 (</a:t>
            </a:r>
            <a:r>
              <a:rPr lang="es-ES" i="1" dirty="0"/>
              <a:t>inducción</a:t>
            </a:r>
            <a:r>
              <a:rPr lang="es-ES" dirty="0"/>
              <a:t>) y se acerca cada vez más al caso base (N-1 está más cerca de 0 que N)</a:t>
            </a:r>
          </a:p>
        </p:txBody>
      </p:sp>
      <p:grpSp>
        <p:nvGrpSpPr>
          <p:cNvPr id="10" name="Grupo 9"/>
          <p:cNvGrpSpPr/>
          <p:nvPr/>
        </p:nvGrpSpPr>
        <p:grpSpPr>
          <a:xfrm>
            <a:off x="1547664" y="3840588"/>
            <a:ext cx="5491658" cy="944236"/>
            <a:chOff x="827584" y="2458988"/>
            <a:chExt cx="5491658" cy="944236"/>
          </a:xfrm>
        </p:grpSpPr>
        <p:sp>
          <p:nvSpPr>
            <p:cNvPr id="16" name="11 Rectángulo"/>
            <p:cNvSpPr/>
            <p:nvPr/>
          </p:nvSpPr>
          <p:spPr>
            <a:xfrm>
              <a:off x="2574802" y="3003114"/>
              <a:ext cx="360042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tabLst>
                  <a:tab pos="2514600" algn="l"/>
                </a:tabLs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N 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  <a:cs typeface="Consolas" pitchFamily="49" charset="0"/>
                </a:rPr>
                <a:t>x</a:t>
              </a: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 Factorial(N-1)	si N &gt; 0</a:t>
              </a:r>
            </a:p>
          </p:txBody>
        </p:sp>
        <p:sp>
          <p:nvSpPr>
            <p:cNvPr id="17" name="12 Rectángulo"/>
            <p:cNvSpPr/>
            <p:nvPr/>
          </p:nvSpPr>
          <p:spPr>
            <a:xfrm>
              <a:off x="827584" y="2715082"/>
              <a:ext cx="151374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Factorial(N)</a:t>
              </a:r>
            </a:p>
          </p:txBody>
        </p:sp>
        <p:sp>
          <p:nvSpPr>
            <p:cNvPr id="18" name="13 Rectángulo"/>
            <p:cNvSpPr/>
            <p:nvPr/>
          </p:nvSpPr>
          <p:spPr>
            <a:xfrm>
              <a:off x="2574802" y="2458988"/>
              <a:ext cx="374444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2066925">
                <a:tabLst>
                  <a:tab pos="2514600" algn="l"/>
                </a:tabLs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1	si N = 0</a:t>
              </a:r>
            </a:p>
          </p:txBody>
        </p:sp>
        <p:sp>
          <p:nvSpPr>
            <p:cNvPr id="19" name="14 Abrir llave"/>
            <p:cNvSpPr/>
            <p:nvPr/>
          </p:nvSpPr>
          <p:spPr>
            <a:xfrm>
              <a:off x="2339728" y="2527721"/>
              <a:ext cx="216000" cy="792000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989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031220" y="3044280"/>
            <a:ext cx="5081840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Modelo de ejecución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Modelo de ejecución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factorial(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(n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 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180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Caso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base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n * factorial(n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s-ES" sz="18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Cada llamada recursiva fuerza una nueva ejecución de la función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Cada llamada utiliza sus propios parámetros por valor </a:t>
            </a:r>
            <a:br>
              <a:rPr lang="es-ES" dirty="0"/>
            </a:br>
            <a:r>
              <a:rPr lang="es-ES" dirty="0"/>
              <a:t>y variables locales (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n</a:t>
            </a:r>
            <a:r>
              <a:rPr lang="es-ES" dirty="0"/>
              <a:t> y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resultado</a:t>
            </a:r>
            <a:r>
              <a:rPr lang="es-ES" dirty="0"/>
              <a:t> en este caso)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En las llamadas a la función se utiliza la pila del sistema para mantener los datos locales y la dirección de vuelta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pila del sistema (</a:t>
            </a:r>
            <a:r>
              <a:rPr lang="es-ES" i="1" dirty="0" err="1"/>
              <a:t>stack</a:t>
            </a:r>
            <a:r>
              <a:rPr lang="es-ES" dirty="0"/>
              <a:t>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Regiones de memoria que distingue el sistema operativo: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6" name="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54239"/>
              </p:ext>
            </p:extLst>
          </p:nvPr>
        </p:nvGraphicFramePr>
        <p:xfrm>
          <a:off x="2023728" y="1803624"/>
          <a:ext cx="2493490" cy="3857624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93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27530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Pila (</a:t>
                      </a:r>
                      <a:r>
                        <a:rPr lang="es-ES" sz="1800" b="0" i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Stack</a:t>
                      </a:r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4776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Montón (</a:t>
                      </a:r>
                      <a:r>
                        <a:rPr lang="es-ES" sz="1800" b="0" i="1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Heap</a:t>
                      </a:r>
                      <a:r>
                        <a:rPr lang="es-ES" sz="1800" b="0" i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)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34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Datos</a:t>
                      </a:r>
                      <a:r>
                        <a:rPr lang="es-ES" sz="1800" b="0" baseline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 del programa</a:t>
                      </a:r>
                      <a:endParaRPr lang="es-ES" sz="1800" b="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085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Código del programa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9299">
                <a:tc>
                  <a:txBody>
                    <a:bodyPr/>
                    <a:lstStyle/>
                    <a:p>
                      <a:pPr algn="ctr"/>
                      <a:r>
                        <a:rPr lang="es-ES" sz="1800" b="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+mj-lt"/>
                        </a:rPr>
                        <a:t>S.O.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3" name="Grupo 2"/>
          <p:cNvGrpSpPr/>
          <p:nvPr/>
        </p:nvGrpSpPr>
        <p:grpSpPr>
          <a:xfrm>
            <a:off x="4616016" y="1822674"/>
            <a:ext cx="2726019" cy="468000"/>
            <a:chOff x="4427984" y="2007890"/>
            <a:chExt cx="2726019" cy="468000"/>
          </a:xfrm>
        </p:grpSpPr>
        <p:sp>
          <p:nvSpPr>
            <p:cNvPr id="9" name="8 Abrir llave"/>
            <p:cNvSpPr/>
            <p:nvPr/>
          </p:nvSpPr>
          <p:spPr>
            <a:xfrm flipH="1">
              <a:off x="4427984" y="2007890"/>
              <a:ext cx="216000" cy="468000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9 CuadroTexto"/>
            <p:cNvSpPr txBox="1"/>
            <p:nvPr/>
          </p:nvSpPr>
          <p:spPr>
            <a:xfrm>
              <a:off x="4672362" y="2057923"/>
              <a:ext cx="2481641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Llamadas a subprogramas</a:t>
              </a: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4616016" y="2339541"/>
            <a:ext cx="2908312" cy="1332000"/>
            <a:chOff x="4427984" y="2524757"/>
            <a:chExt cx="2908312" cy="1332000"/>
          </a:xfrm>
        </p:grpSpPr>
        <p:sp>
          <p:nvSpPr>
            <p:cNvPr id="7" name="6 Abrir llave"/>
            <p:cNvSpPr/>
            <p:nvPr/>
          </p:nvSpPr>
          <p:spPr>
            <a:xfrm flipH="1">
              <a:off x="4427984" y="2524757"/>
              <a:ext cx="216000" cy="1332000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11 CuadroTexto"/>
            <p:cNvSpPr txBox="1"/>
            <p:nvPr/>
          </p:nvSpPr>
          <p:spPr>
            <a:xfrm>
              <a:off x="4672362" y="3038338"/>
              <a:ext cx="2663934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Memoria dinámica (Tema 9)</a:t>
              </a: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4616016" y="3717218"/>
            <a:ext cx="2052886" cy="1888628"/>
            <a:chOff x="4427984" y="3902434"/>
            <a:chExt cx="2052886" cy="1888628"/>
          </a:xfrm>
        </p:grpSpPr>
        <p:sp>
          <p:nvSpPr>
            <p:cNvPr id="8" name="7 Abrir llave"/>
            <p:cNvSpPr/>
            <p:nvPr/>
          </p:nvSpPr>
          <p:spPr>
            <a:xfrm flipH="1">
              <a:off x="4427984" y="3902434"/>
              <a:ext cx="216000" cy="1888628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CuadroTexto"/>
            <p:cNvSpPr txBox="1"/>
            <p:nvPr/>
          </p:nvSpPr>
          <p:spPr>
            <a:xfrm>
              <a:off x="4672362" y="4665947"/>
              <a:ext cx="1808508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Memoria principal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del sistema (</a:t>
            </a:r>
            <a:r>
              <a:rPr lang="es-ES" i="1" dirty="0" err="1"/>
              <a:t>stack</a:t>
            </a:r>
            <a:r>
              <a:rPr lang="es-ES" dirty="0"/>
              <a:t>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Mantiene los datos locales de la función y la dirección de vuelta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Estructura de tipo </a:t>
            </a:r>
            <a:r>
              <a:rPr lang="es-ES" i="1" dirty="0"/>
              <a:t>pila</a:t>
            </a:r>
            <a:r>
              <a:rPr lang="es-ES" dirty="0"/>
              <a:t>: lista LIFO (</a:t>
            </a:r>
            <a:r>
              <a:rPr lang="es-ES" i="1" dirty="0" err="1"/>
              <a:t>last</a:t>
            </a:r>
            <a:r>
              <a:rPr lang="es-ES" i="1" dirty="0"/>
              <a:t>-in </a:t>
            </a:r>
            <a:r>
              <a:rPr lang="es-ES" i="1" dirty="0" err="1"/>
              <a:t>first-out</a:t>
            </a:r>
            <a:r>
              <a:rPr lang="es-ES" dirty="0"/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El último que entra es el primero que sale: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4522687"/>
              </p:ext>
            </p:extLst>
          </p:nvPr>
        </p:nvGraphicFramePr>
        <p:xfrm>
          <a:off x="1235968" y="2808709"/>
          <a:ext cx="599728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6" name="15 CuadroTexto"/>
          <p:cNvSpPr txBox="1"/>
          <p:nvPr/>
        </p:nvSpPr>
        <p:spPr>
          <a:xfrm>
            <a:off x="2050754" y="3672805"/>
            <a:ext cx="607987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Entra</a:t>
            </a:r>
            <a:b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4</a:t>
            </a:r>
          </a:p>
        </p:txBody>
      </p:sp>
      <p:graphicFrame>
        <p:nvGraphicFramePr>
          <p:cNvPr id="17" name="16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30770"/>
              </p:ext>
            </p:extLst>
          </p:nvPr>
        </p:nvGraphicFramePr>
        <p:xfrm>
          <a:off x="2699792" y="2808709"/>
          <a:ext cx="599728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18 CuadroTexto"/>
          <p:cNvSpPr txBox="1"/>
          <p:nvPr/>
        </p:nvSpPr>
        <p:spPr>
          <a:xfrm>
            <a:off x="3529014" y="3672805"/>
            <a:ext cx="607987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Entra</a:t>
            </a:r>
            <a:b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7</a:t>
            </a:r>
          </a:p>
        </p:txBody>
      </p:sp>
      <p:graphicFrame>
        <p:nvGraphicFramePr>
          <p:cNvPr id="20" name="19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078691"/>
              </p:ext>
            </p:extLst>
          </p:nvPr>
        </p:nvGraphicFramePr>
        <p:xfrm>
          <a:off x="4211960" y="2808709"/>
          <a:ext cx="599728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2" name="21 CuadroTexto"/>
          <p:cNvSpPr txBox="1"/>
          <p:nvPr/>
        </p:nvSpPr>
        <p:spPr>
          <a:xfrm>
            <a:off x="5041182" y="3672805"/>
            <a:ext cx="648063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Entra </a:t>
            </a:r>
            <a:b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</a:t>
            </a:r>
          </a:p>
        </p:txBody>
      </p:sp>
      <p:graphicFrame>
        <p:nvGraphicFramePr>
          <p:cNvPr id="23" name="22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1770933"/>
              </p:ext>
            </p:extLst>
          </p:nvPr>
        </p:nvGraphicFramePr>
        <p:xfrm>
          <a:off x="5724128" y="2808709"/>
          <a:ext cx="599728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24 CuadroTexto"/>
          <p:cNvSpPr txBox="1"/>
          <p:nvPr/>
        </p:nvSpPr>
        <p:spPr>
          <a:xfrm>
            <a:off x="6553350" y="3672805"/>
            <a:ext cx="538930" cy="52322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Sale </a:t>
            </a:r>
            <a:b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</a:b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</a:t>
            </a:r>
          </a:p>
        </p:txBody>
      </p:sp>
      <p:graphicFrame>
        <p:nvGraphicFramePr>
          <p:cNvPr id="26" name="25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470454"/>
              </p:ext>
            </p:extLst>
          </p:nvPr>
        </p:nvGraphicFramePr>
        <p:xfrm>
          <a:off x="7164288" y="2808709"/>
          <a:ext cx="599728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7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30" name="29 Conector recto de flecha"/>
          <p:cNvCxnSpPr/>
          <p:nvPr/>
        </p:nvCxnSpPr>
        <p:spPr>
          <a:xfrm rot="5400000">
            <a:off x="1835696" y="3816027"/>
            <a:ext cx="230425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30 Conector recto de flecha"/>
          <p:cNvCxnSpPr/>
          <p:nvPr/>
        </p:nvCxnSpPr>
        <p:spPr>
          <a:xfrm rot="5400000">
            <a:off x="3477732" y="3698066"/>
            <a:ext cx="206674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31 Conector recto de flecha"/>
          <p:cNvCxnSpPr/>
          <p:nvPr/>
        </p:nvCxnSpPr>
        <p:spPr>
          <a:xfrm rot="5400000">
            <a:off x="5160395" y="3518046"/>
            <a:ext cx="1706706" cy="1588"/>
          </a:xfrm>
          <a:prstGeom prst="straightConnector1">
            <a:avLst/>
          </a:prstGeom>
          <a:ln w="38100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32 Conector recto de flecha"/>
          <p:cNvCxnSpPr/>
          <p:nvPr/>
        </p:nvCxnSpPr>
        <p:spPr>
          <a:xfrm rot="5400000">
            <a:off x="6420138" y="3669888"/>
            <a:ext cx="2067540" cy="1588"/>
          </a:xfrm>
          <a:prstGeom prst="straightConnector1">
            <a:avLst/>
          </a:prstGeom>
          <a:ln w="38100">
            <a:solidFill>
              <a:srgbClr val="FFC000"/>
            </a:solidFill>
            <a:headEnd type="stealth" w="lg" len="lg"/>
            <a:tailEnd type="none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 pila y las llamadas a función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4288470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28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29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4051710" y="5291683"/>
            <a:ext cx="3256594" cy="584775"/>
            <a:chOff x="3501407" y="5253583"/>
            <a:chExt cx="3256594" cy="584775"/>
          </a:xfrm>
        </p:grpSpPr>
        <p:cxnSp>
          <p:nvCxnSpPr>
            <p:cNvPr id="34" name="33 Conector recto de flecha"/>
            <p:cNvCxnSpPr/>
            <p:nvPr/>
          </p:nvCxnSpPr>
          <p:spPr>
            <a:xfrm rot="10800000">
              <a:off x="3501407" y="5545810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38 CuadroTexto"/>
            <p:cNvSpPr txBox="1"/>
            <p:nvPr/>
          </p:nvSpPr>
          <p:spPr>
            <a:xfrm>
              <a:off x="4183385" y="5253583"/>
              <a:ext cx="257461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Llamada 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Entra la dirección de vuelta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831000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6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7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4039298" y="2996952"/>
            <a:ext cx="3124990" cy="584775"/>
            <a:chOff x="3491882" y="3227834"/>
            <a:chExt cx="3124990" cy="584775"/>
          </a:xfrm>
        </p:grpSpPr>
        <p:cxnSp>
          <p:nvCxnSpPr>
            <p:cNvPr id="19" name="33 Conector recto de flecha"/>
            <p:cNvCxnSpPr/>
            <p:nvPr/>
          </p:nvCxnSpPr>
          <p:spPr>
            <a:xfrm rot="10800000">
              <a:off x="3491882" y="3510536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38 CuadroTexto"/>
            <p:cNvSpPr txBox="1"/>
            <p:nvPr/>
          </p:nvSpPr>
          <p:spPr>
            <a:xfrm>
              <a:off x="4183385" y="3227834"/>
              <a:ext cx="2433487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Entrada en la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alojan los datos locales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88854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7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8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4033404" y="3601591"/>
            <a:ext cx="3266119" cy="584775"/>
            <a:chOff x="3491882" y="3851523"/>
            <a:chExt cx="3266119" cy="584775"/>
          </a:xfrm>
        </p:grpSpPr>
        <p:cxnSp>
          <p:nvCxnSpPr>
            <p:cNvPr id="20" name="11 Conector recto de flecha"/>
            <p:cNvCxnSpPr/>
            <p:nvPr/>
          </p:nvCxnSpPr>
          <p:spPr>
            <a:xfrm rot="10800000">
              <a:off x="3491882" y="4143750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12 CuadroTexto"/>
            <p:cNvSpPr txBox="1"/>
            <p:nvPr/>
          </p:nvSpPr>
          <p:spPr>
            <a:xfrm>
              <a:off x="4183385" y="3851523"/>
              <a:ext cx="2574616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Llamada 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Entra la dirección de vuelta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5267227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&lt;DIR2&gt;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8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9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4039298" y="1744241"/>
            <a:ext cx="3124990" cy="584775"/>
            <a:chOff x="3491882" y="2282205"/>
            <a:chExt cx="3124990" cy="584775"/>
          </a:xfrm>
        </p:grpSpPr>
        <p:cxnSp>
          <p:nvCxnSpPr>
            <p:cNvPr id="21" name="15 Conector recto de flecha"/>
            <p:cNvCxnSpPr/>
            <p:nvPr/>
          </p:nvCxnSpPr>
          <p:spPr>
            <a:xfrm rot="10800000">
              <a:off x="3491882" y="2574432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16 CuadroTexto"/>
            <p:cNvSpPr txBox="1"/>
            <p:nvPr/>
          </p:nvSpPr>
          <p:spPr>
            <a:xfrm>
              <a:off x="4183385" y="2282205"/>
              <a:ext cx="2433487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Entrada en la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alojan los datos locales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585045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&lt;DIR2&gt;</a:t>
                      </a:r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8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9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4019680" y="2151906"/>
            <a:ext cx="3360632" cy="584775"/>
            <a:chOff x="3491882" y="2742714"/>
            <a:chExt cx="3360632" cy="584775"/>
          </a:xfrm>
        </p:grpSpPr>
        <p:cxnSp>
          <p:nvCxnSpPr>
            <p:cNvPr id="21" name="15 Conector recto de flecha"/>
            <p:cNvCxnSpPr/>
            <p:nvPr/>
          </p:nvCxnSpPr>
          <p:spPr>
            <a:xfrm rot="10800000">
              <a:off x="3491882" y="3025416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16 CuadroTexto"/>
            <p:cNvSpPr txBox="1"/>
            <p:nvPr/>
          </p:nvSpPr>
          <p:spPr>
            <a:xfrm>
              <a:off x="4183385" y="2742714"/>
              <a:ext cx="2669129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Vuelta de la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eliminan los datos locales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081315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&lt;DIR2&gt;</a:t>
                      </a:r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8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9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26" name="Grupo 25"/>
          <p:cNvGrpSpPr/>
          <p:nvPr/>
        </p:nvGrpSpPr>
        <p:grpSpPr>
          <a:xfrm>
            <a:off x="4014986" y="2176289"/>
            <a:ext cx="3141404" cy="584775"/>
            <a:chOff x="3491882" y="2761764"/>
            <a:chExt cx="3141404" cy="584775"/>
          </a:xfrm>
        </p:grpSpPr>
        <p:cxnSp>
          <p:nvCxnSpPr>
            <p:cNvPr id="27" name="15 Conector recto de flecha"/>
            <p:cNvCxnSpPr/>
            <p:nvPr/>
          </p:nvCxnSpPr>
          <p:spPr>
            <a:xfrm rot="10800000">
              <a:off x="3491882" y="3025416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16 CuadroTexto"/>
            <p:cNvSpPr txBox="1"/>
            <p:nvPr/>
          </p:nvSpPr>
          <p:spPr>
            <a:xfrm>
              <a:off x="4183385" y="2761764"/>
              <a:ext cx="2449901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Vuelta de la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Sale la dirección de vuelta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999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232035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9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20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21" name="Grupo 20"/>
          <p:cNvGrpSpPr/>
          <p:nvPr/>
        </p:nvGrpSpPr>
        <p:grpSpPr>
          <a:xfrm>
            <a:off x="4024511" y="3582541"/>
            <a:ext cx="2772522" cy="584775"/>
            <a:chOff x="3491882" y="3856742"/>
            <a:chExt cx="2772522" cy="584775"/>
          </a:xfrm>
        </p:grpSpPr>
        <p:cxnSp>
          <p:nvCxnSpPr>
            <p:cNvPr id="22" name="15 Conector recto de flecha"/>
            <p:cNvCxnSpPr/>
            <p:nvPr/>
          </p:nvCxnSpPr>
          <p:spPr>
            <a:xfrm rot="10800000">
              <a:off x="3491882" y="4139444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16 CuadroTexto"/>
            <p:cNvSpPr txBox="1"/>
            <p:nvPr/>
          </p:nvSpPr>
          <p:spPr>
            <a:xfrm>
              <a:off x="4183385" y="3856742"/>
              <a:ext cx="2081019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ejecución continúa</a:t>
              </a:r>
              <a:b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en esa dirección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649604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6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7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4019680" y="4149080"/>
            <a:ext cx="3360632" cy="584775"/>
            <a:chOff x="3491882" y="4264521"/>
            <a:chExt cx="3360632" cy="584775"/>
          </a:xfrm>
        </p:grpSpPr>
        <p:cxnSp>
          <p:nvCxnSpPr>
            <p:cNvPr id="19" name="19 Conector recto de flecha"/>
            <p:cNvCxnSpPr/>
            <p:nvPr/>
          </p:nvCxnSpPr>
          <p:spPr>
            <a:xfrm rot="10800000">
              <a:off x="3491882" y="4556748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20 CuadroTexto"/>
            <p:cNvSpPr txBox="1"/>
            <p:nvPr/>
          </p:nvSpPr>
          <p:spPr>
            <a:xfrm>
              <a:off x="4183385" y="4264521"/>
              <a:ext cx="2669129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Vuelta de la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eliminan los datos locales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876757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&lt;DIR1&gt;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8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9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4022884" y="4149080"/>
            <a:ext cx="3141404" cy="584775"/>
            <a:chOff x="3491882" y="4273932"/>
            <a:chExt cx="3141404" cy="584775"/>
          </a:xfrm>
        </p:grpSpPr>
        <p:cxnSp>
          <p:nvCxnSpPr>
            <p:cNvPr id="21" name="15 Conector recto de flecha"/>
            <p:cNvCxnSpPr/>
            <p:nvPr/>
          </p:nvCxnSpPr>
          <p:spPr>
            <a:xfrm rot="10800000">
              <a:off x="3491882" y="4566159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16 CuadroTexto"/>
            <p:cNvSpPr txBox="1"/>
            <p:nvPr/>
          </p:nvSpPr>
          <p:spPr>
            <a:xfrm>
              <a:off x="4183385" y="4273932"/>
              <a:ext cx="2449901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Vuelta de la función:</a:t>
              </a:r>
            </a:p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Sale la dirección de vuelta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Datos locales y direcciones de vuelta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   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x;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a)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b;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b =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(a);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   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b;</a:t>
            </a:r>
          </a:p>
          <a:p>
            <a:pPr marL="893763" lvl="1" indent="1588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));</a:t>
            </a:r>
          </a:p>
          <a:p>
            <a:pPr marL="893763" lvl="1" indent="1588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...</a:t>
            </a:r>
            <a:endParaRPr lang="es-ES" sz="2800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37717"/>
              </p:ext>
            </p:extLst>
          </p:nvPr>
        </p:nvGraphicFramePr>
        <p:xfrm>
          <a:off x="7572672" y="2492896"/>
          <a:ext cx="1031776" cy="2736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038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818978" y="5229200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sp>
        <p:nvSpPr>
          <p:cNvPr id="17" name="27 CuadroTexto"/>
          <p:cNvSpPr txBox="1"/>
          <p:nvPr/>
        </p:nvSpPr>
        <p:spPr>
          <a:xfrm>
            <a:off x="611560" y="5415508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&lt;DIR1&gt;</a:t>
            </a:r>
          </a:p>
        </p:txBody>
      </p:sp>
      <p:sp>
        <p:nvSpPr>
          <p:cNvPr id="18" name="28 CuadroTexto"/>
          <p:cNvSpPr txBox="1"/>
          <p:nvPr/>
        </p:nvSpPr>
        <p:spPr>
          <a:xfrm>
            <a:off x="611560" y="3678932"/>
            <a:ext cx="857927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&lt;DIR2&gt;</a:t>
            </a:r>
          </a:p>
        </p:txBody>
      </p:sp>
      <p:grpSp>
        <p:nvGrpSpPr>
          <p:cNvPr id="19" name="Grupo 18"/>
          <p:cNvGrpSpPr/>
          <p:nvPr/>
        </p:nvGrpSpPr>
        <p:grpSpPr>
          <a:xfrm>
            <a:off x="4024511" y="5320258"/>
            <a:ext cx="2772522" cy="584775"/>
            <a:chOff x="3491882" y="3856742"/>
            <a:chExt cx="2772522" cy="584775"/>
          </a:xfrm>
        </p:grpSpPr>
        <p:cxnSp>
          <p:nvCxnSpPr>
            <p:cNvPr id="20" name="15 Conector recto de flecha"/>
            <p:cNvCxnSpPr/>
            <p:nvPr/>
          </p:nvCxnSpPr>
          <p:spPr>
            <a:xfrm rot="10800000">
              <a:off x="3491882" y="4139444"/>
              <a:ext cx="648071" cy="1588"/>
            </a:xfrm>
            <a:prstGeom prst="straightConnector1">
              <a:avLst/>
            </a:prstGeom>
            <a:ln w="38100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16 CuadroTexto"/>
            <p:cNvSpPr txBox="1"/>
            <p:nvPr/>
          </p:nvSpPr>
          <p:spPr>
            <a:xfrm>
              <a:off x="4183385" y="3856742"/>
              <a:ext cx="2081019" cy="584775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La ejecución continúa</a:t>
              </a:r>
              <a:b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</a:b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en esa dirección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 pila y las llamadas a función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pc="-20" dirty="0"/>
              <a:t>Mecanismo de pila adecuado para llamadas a funciones anidadas: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Las llamadas terminan en el orden contrario a como se llaman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funcC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marL="1255713" lvl="1" indent="1588" defTabSz="21431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>
                <a:latin typeface="Consolas" pitchFamily="49" charset="0"/>
                <a:cs typeface="Consolas" pitchFamily="49" charset="0"/>
              </a:rPr>
              <a:t>...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 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funcC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(...)</a:t>
            </a:r>
          </a:p>
          <a:p>
            <a:pPr marL="1255713" lvl="1" indent="1588" defTabSz="21431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(...) {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 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funcB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(...)</a:t>
            </a:r>
          </a:p>
          <a:p>
            <a:pPr marL="1255713" lvl="1" indent="1588" defTabSz="2143125">
              <a:spcBef>
                <a:spcPts val="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Mostrar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funcA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(...));</a:t>
            </a:r>
          </a:p>
          <a:p>
            <a:pPr marL="1255713" lvl="1" indent="1588" defTabSz="2143125">
              <a:spcBef>
                <a:spcPts val="0"/>
              </a:spcBef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...</a:t>
            </a:r>
          </a:p>
          <a:p>
            <a:pPr marL="541338" lvl="1" indent="1588">
              <a:spcBef>
                <a:spcPts val="0"/>
              </a:spcBef>
              <a:spcAft>
                <a:spcPts val="12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n-US" sz="14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n-US" sz="14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12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n-US" sz="14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14" name="13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3350021"/>
              </p:ext>
            </p:extLst>
          </p:nvPr>
        </p:nvGraphicFramePr>
        <p:xfrm>
          <a:off x="7068616" y="2708920"/>
          <a:ext cx="1031776" cy="273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17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47261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ctr"/>
                      <a:endParaRPr lang="es-ES" sz="16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 err="1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funcC</a:t>
                      </a:r>
                      <a:endParaRPr lang="es-ES" sz="1600" i="1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 err="1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funcB</a:t>
                      </a:r>
                      <a:endParaRPr lang="es-ES" sz="1600" i="1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7261">
                <a:tc>
                  <a:txBody>
                    <a:bodyPr/>
                    <a:lstStyle/>
                    <a:p>
                      <a:pPr algn="ctr"/>
                      <a:r>
                        <a:rPr lang="es-ES" sz="1600" i="1" dirty="0" err="1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funcA</a:t>
                      </a:r>
                      <a:endParaRPr lang="es-ES" sz="1600" i="1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" name="14 CuadroTexto"/>
          <p:cNvSpPr txBox="1"/>
          <p:nvPr/>
        </p:nvSpPr>
        <p:spPr>
          <a:xfrm>
            <a:off x="7314922" y="5445224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8" name="Grupo 7"/>
          <p:cNvGrpSpPr/>
          <p:nvPr/>
        </p:nvGrpSpPr>
        <p:grpSpPr>
          <a:xfrm>
            <a:off x="3635895" y="4077072"/>
            <a:ext cx="905959" cy="1574651"/>
            <a:chOff x="3419869" y="4509120"/>
            <a:chExt cx="792088" cy="1368152"/>
          </a:xfrm>
        </p:grpSpPr>
        <p:cxnSp>
          <p:nvCxnSpPr>
            <p:cNvPr id="17" name="16 Conector recto"/>
            <p:cNvCxnSpPr/>
            <p:nvPr/>
          </p:nvCxnSpPr>
          <p:spPr>
            <a:xfrm>
              <a:off x="3995933" y="5877272"/>
              <a:ext cx="21602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8 Conector recto"/>
            <p:cNvCxnSpPr/>
            <p:nvPr/>
          </p:nvCxnSpPr>
          <p:spPr>
            <a:xfrm rot="5400000" flipH="1" flipV="1">
              <a:off x="3518356" y="5193196"/>
              <a:ext cx="136815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 de flecha"/>
            <p:cNvCxnSpPr/>
            <p:nvPr/>
          </p:nvCxnSpPr>
          <p:spPr>
            <a:xfrm rot="10800000">
              <a:off x="3419869" y="4509120"/>
              <a:ext cx="79208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upo 8"/>
          <p:cNvGrpSpPr/>
          <p:nvPr/>
        </p:nvGrpSpPr>
        <p:grpSpPr>
          <a:xfrm>
            <a:off x="3635894" y="3051047"/>
            <a:ext cx="1080122" cy="1530081"/>
            <a:chOff x="3419868" y="3573016"/>
            <a:chExt cx="1080122" cy="1368152"/>
          </a:xfrm>
        </p:grpSpPr>
        <p:cxnSp>
          <p:nvCxnSpPr>
            <p:cNvPr id="22" name="21 Conector recto"/>
            <p:cNvCxnSpPr/>
            <p:nvPr/>
          </p:nvCxnSpPr>
          <p:spPr>
            <a:xfrm>
              <a:off x="3419868" y="4941168"/>
              <a:ext cx="1080121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23 Conector recto"/>
            <p:cNvCxnSpPr/>
            <p:nvPr/>
          </p:nvCxnSpPr>
          <p:spPr>
            <a:xfrm rot="5400000" flipH="1" flipV="1">
              <a:off x="3806388" y="4257092"/>
              <a:ext cx="1368152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 de flecha"/>
            <p:cNvCxnSpPr/>
            <p:nvPr/>
          </p:nvCxnSpPr>
          <p:spPr>
            <a:xfrm rot="10800000">
              <a:off x="3419869" y="3574604"/>
              <a:ext cx="1080121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upo 9"/>
          <p:cNvGrpSpPr/>
          <p:nvPr/>
        </p:nvGrpSpPr>
        <p:grpSpPr>
          <a:xfrm>
            <a:off x="3635896" y="2223914"/>
            <a:ext cx="1620184" cy="1320527"/>
            <a:chOff x="3455872" y="2852936"/>
            <a:chExt cx="1620184" cy="1152128"/>
          </a:xfrm>
        </p:grpSpPr>
        <p:cxnSp>
          <p:nvCxnSpPr>
            <p:cNvPr id="27" name="26 Conector recto"/>
            <p:cNvCxnSpPr/>
            <p:nvPr/>
          </p:nvCxnSpPr>
          <p:spPr>
            <a:xfrm>
              <a:off x="3455872" y="4005064"/>
              <a:ext cx="1620181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 rot="5400000" flipH="1" flipV="1">
              <a:off x="4490464" y="3429000"/>
              <a:ext cx="1152128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32 Conector recto de flecha"/>
            <p:cNvCxnSpPr/>
            <p:nvPr/>
          </p:nvCxnSpPr>
          <p:spPr>
            <a:xfrm rot="10800000">
              <a:off x="3455873" y="2854524"/>
              <a:ext cx="1620183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upo 2"/>
          <p:cNvGrpSpPr/>
          <p:nvPr/>
        </p:nvGrpSpPr>
        <p:grpSpPr>
          <a:xfrm>
            <a:off x="1475656" y="2723778"/>
            <a:ext cx="432048" cy="868288"/>
            <a:chOff x="1475656" y="2723778"/>
            <a:chExt cx="432048" cy="723256"/>
          </a:xfrm>
        </p:grpSpPr>
        <p:cxnSp>
          <p:nvCxnSpPr>
            <p:cNvPr id="35" name="34 Conector recto"/>
            <p:cNvCxnSpPr/>
            <p:nvPr/>
          </p:nvCxnSpPr>
          <p:spPr>
            <a:xfrm>
              <a:off x="1475656" y="2723778"/>
              <a:ext cx="21602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35 Conector recto"/>
            <p:cNvCxnSpPr/>
            <p:nvPr/>
          </p:nvCxnSpPr>
          <p:spPr>
            <a:xfrm rot="5400000" flipH="1" flipV="1">
              <a:off x="1125141" y="3083818"/>
              <a:ext cx="7200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37 Conector recto de flecha"/>
            <p:cNvCxnSpPr/>
            <p:nvPr/>
          </p:nvCxnSpPr>
          <p:spPr>
            <a:xfrm>
              <a:off x="1475656" y="3445446"/>
              <a:ext cx="43204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Grupo 5"/>
          <p:cNvGrpSpPr/>
          <p:nvPr/>
        </p:nvGrpSpPr>
        <p:grpSpPr>
          <a:xfrm>
            <a:off x="1475656" y="3761481"/>
            <a:ext cx="432048" cy="891656"/>
            <a:chOff x="1475656" y="3656706"/>
            <a:chExt cx="432048" cy="723256"/>
          </a:xfrm>
        </p:grpSpPr>
        <p:cxnSp>
          <p:nvCxnSpPr>
            <p:cNvPr id="40" name="39 Conector recto"/>
            <p:cNvCxnSpPr/>
            <p:nvPr/>
          </p:nvCxnSpPr>
          <p:spPr>
            <a:xfrm>
              <a:off x="1475656" y="3656706"/>
              <a:ext cx="21602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40 Conector recto"/>
            <p:cNvCxnSpPr/>
            <p:nvPr/>
          </p:nvCxnSpPr>
          <p:spPr>
            <a:xfrm rot="5400000" flipH="1" flipV="1">
              <a:off x="1125141" y="4016746"/>
              <a:ext cx="7200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 de flecha"/>
            <p:cNvCxnSpPr/>
            <p:nvPr/>
          </p:nvCxnSpPr>
          <p:spPr>
            <a:xfrm>
              <a:off x="1475656" y="4378374"/>
              <a:ext cx="43204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upo 6"/>
          <p:cNvGrpSpPr/>
          <p:nvPr/>
        </p:nvGrpSpPr>
        <p:grpSpPr>
          <a:xfrm>
            <a:off x="1475656" y="4822551"/>
            <a:ext cx="432048" cy="859908"/>
            <a:chOff x="1475656" y="4594398"/>
            <a:chExt cx="432048" cy="723256"/>
          </a:xfrm>
        </p:grpSpPr>
        <p:cxnSp>
          <p:nvCxnSpPr>
            <p:cNvPr id="43" name="42 Conector recto"/>
            <p:cNvCxnSpPr/>
            <p:nvPr/>
          </p:nvCxnSpPr>
          <p:spPr>
            <a:xfrm>
              <a:off x="1475656" y="4594398"/>
              <a:ext cx="216024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43 Conector recto"/>
            <p:cNvCxnSpPr/>
            <p:nvPr/>
          </p:nvCxnSpPr>
          <p:spPr>
            <a:xfrm rot="5400000" flipH="1" flipV="1">
              <a:off x="1125141" y="4954438"/>
              <a:ext cx="72008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44 Conector recto de flecha"/>
            <p:cNvCxnSpPr/>
            <p:nvPr/>
          </p:nvCxnSpPr>
          <p:spPr>
            <a:xfrm>
              <a:off x="1475656" y="5316066"/>
              <a:ext cx="432048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45 CuadroTexto"/>
          <p:cNvSpPr txBox="1"/>
          <p:nvPr/>
        </p:nvSpPr>
        <p:spPr>
          <a:xfrm>
            <a:off x="5375701" y="3068960"/>
            <a:ext cx="492443" cy="216334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spc="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LLAMADAS</a:t>
            </a:r>
          </a:p>
        </p:txBody>
      </p:sp>
      <p:sp>
        <p:nvSpPr>
          <p:cNvPr id="47" name="46 CuadroTexto"/>
          <p:cNvSpPr txBox="1"/>
          <p:nvPr/>
        </p:nvSpPr>
        <p:spPr>
          <a:xfrm>
            <a:off x="796806" y="3278279"/>
            <a:ext cx="492443" cy="180690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2000" spc="8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VUELTAS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4000"/>
                            </p:stCondLst>
                            <p:childTnLst>
                              <p:par>
                                <p:cTn id="7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0"/>
                            </p:stCondLst>
                            <p:childTnLst>
                              <p:par>
                                <p:cTn id="7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3000"/>
                            </p:stCondLst>
                            <p:childTnLst>
                              <p:par>
                                <p:cTn id="9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46" grpId="0"/>
      <p:bldP spid="4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7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factorial(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(n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 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180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Caso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base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n * factorial(n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s-ES" sz="18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Mostrar(factorial(</a:t>
            </a:r>
            <a:r>
              <a:rPr lang="es-ES" sz="200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es-ES" sz="2000" dirty="0"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s-ES" dirty="0">
              <a:solidFill>
                <a:prstClr val="white"/>
              </a:solidFill>
            </a:endParaRPr>
          </a:p>
        </p:txBody>
      </p:sp>
      <p:grpSp>
        <p:nvGrpSpPr>
          <p:cNvPr id="8" name="6 Grupo"/>
          <p:cNvGrpSpPr/>
          <p:nvPr/>
        </p:nvGrpSpPr>
        <p:grpSpPr>
          <a:xfrm>
            <a:off x="1439652" y="5486122"/>
            <a:ext cx="6264696" cy="430913"/>
            <a:chOff x="899592" y="5416648"/>
            <a:chExt cx="6522575" cy="43091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7 CuadroTexto"/>
            <p:cNvSpPr txBox="1"/>
            <p:nvPr/>
          </p:nvSpPr>
          <p:spPr>
            <a:xfrm>
              <a:off x="899592" y="5416648"/>
              <a:ext cx="6522575" cy="430913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2925" lvl="1" indent="1588">
                <a:spcAft>
                  <a:spcPts val="600"/>
                </a:spcAft>
                <a:buClr>
                  <a:srgbClr val="04617B">
                    <a:lumMod val="20000"/>
                    <a:lumOff val="80000"/>
                  </a:srgbClr>
                </a:buClr>
                <a:buSzPct val="100000"/>
              </a:pPr>
              <a:r>
                <a:rPr lang="es-ES" sz="22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Obviaremos las direcciones de vuelta en la pila</a:t>
              </a:r>
            </a:p>
          </p:txBody>
        </p:sp>
        <p:pic>
          <p:nvPicPr>
            <p:cNvPr id="10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2084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</p:spTree>
  </p:cSld>
  <p:clrMapOvr>
    <a:masterClrMapping/>
  </p:clrMapOvr>
  <p:transition spd="med">
    <p:wipe dir="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10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14" name="Grupo 13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15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upo 16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18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16" name="Grupo 15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17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Grupo 18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20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upo 21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23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1009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18" name="Grupo 17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19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upo 20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22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upo 23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25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upo 26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28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20" name="Grupo 19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21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upo 22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24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o 25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27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o 28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30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o 31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33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22" name="Grupo 21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24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upo 25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27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o 28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30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Grupo 31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33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o 34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36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/>
          <p:cNvGrpSpPr/>
          <p:nvPr/>
        </p:nvGrpSpPr>
        <p:grpSpPr>
          <a:xfrm>
            <a:off x="4077470" y="3119854"/>
            <a:ext cx="733826" cy="237114"/>
            <a:chOff x="4077470" y="3429000"/>
            <a:chExt cx="998586" cy="216000"/>
          </a:xfrm>
        </p:grpSpPr>
        <p:cxnSp>
          <p:nvCxnSpPr>
            <p:cNvPr id="39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22 CuadroTexto"/>
          <p:cNvSpPr txBox="1"/>
          <p:nvPr/>
        </p:nvSpPr>
        <p:spPr>
          <a:xfrm>
            <a:off x="4355976" y="3359428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26" name="Grupo 25"/>
          <p:cNvGrpSpPr/>
          <p:nvPr/>
        </p:nvGrpSpPr>
        <p:grpSpPr>
          <a:xfrm>
            <a:off x="4077470" y="3119854"/>
            <a:ext cx="733826" cy="237114"/>
            <a:chOff x="4077470" y="3429000"/>
            <a:chExt cx="998586" cy="216000"/>
          </a:xfrm>
        </p:grpSpPr>
        <p:cxnSp>
          <p:nvCxnSpPr>
            <p:cNvPr id="27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22 CuadroTexto"/>
          <p:cNvSpPr txBox="1"/>
          <p:nvPr/>
        </p:nvSpPr>
        <p:spPr>
          <a:xfrm>
            <a:off x="4355976" y="3359428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32" name="Grupo 31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33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upo 34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36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upo 37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39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o 40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42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upo 43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45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upo 50"/>
          <p:cNvGrpSpPr/>
          <p:nvPr/>
        </p:nvGrpSpPr>
        <p:grpSpPr>
          <a:xfrm>
            <a:off x="3342776" y="3507066"/>
            <a:ext cx="733826" cy="237114"/>
            <a:chOff x="4077470" y="3429000"/>
            <a:chExt cx="998586" cy="216000"/>
          </a:xfrm>
        </p:grpSpPr>
        <p:cxnSp>
          <p:nvCxnSpPr>
            <p:cNvPr id="52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22 CuadroTexto"/>
          <p:cNvSpPr txBox="1"/>
          <p:nvPr/>
        </p:nvSpPr>
        <p:spPr>
          <a:xfrm>
            <a:off x="3621282" y="3756165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?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27" name="Grupo 26"/>
          <p:cNvGrpSpPr/>
          <p:nvPr/>
        </p:nvGrpSpPr>
        <p:grpSpPr>
          <a:xfrm>
            <a:off x="4077470" y="3119854"/>
            <a:ext cx="733826" cy="237114"/>
            <a:chOff x="4077470" y="3429000"/>
            <a:chExt cx="998586" cy="216000"/>
          </a:xfrm>
        </p:grpSpPr>
        <p:cxnSp>
          <p:nvCxnSpPr>
            <p:cNvPr id="28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2 CuadroTexto"/>
          <p:cNvSpPr txBox="1"/>
          <p:nvPr/>
        </p:nvSpPr>
        <p:spPr>
          <a:xfrm>
            <a:off x="4355976" y="3359428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39" name="Grupo 38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40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2" name="Grupo 41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43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46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o 47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49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upo 50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52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o 61"/>
          <p:cNvGrpSpPr/>
          <p:nvPr/>
        </p:nvGrpSpPr>
        <p:grpSpPr>
          <a:xfrm>
            <a:off x="3342776" y="3507066"/>
            <a:ext cx="733826" cy="237114"/>
            <a:chOff x="4077470" y="3429000"/>
            <a:chExt cx="998586" cy="216000"/>
          </a:xfrm>
        </p:grpSpPr>
        <p:cxnSp>
          <p:nvCxnSpPr>
            <p:cNvPr id="63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22 CuadroTexto"/>
          <p:cNvSpPr txBox="1"/>
          <p:nvPr/>
        </p:nvSpPr>
        <p:spPr>
          <a:xfrm>
            <a:off x="3621282" y="3756165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66" name="Grupo 65"/>
          <p:cNvGrpSpPr/>
          <p:nvPr/>
        </p:nvGrpSpPr>
        <p:grpSpPr>
          <a:xfrm>
            <a:off x="2608950" y="3892916"/>
            <a:ext cx="733826" cy="237114"/>
            <a:chOff x="4077470" y="3429000"/>
            <a:chExt cx="998586" cy="216000"/>
          </a:xfrm>
        </p:grpSpPr>
        <p:cxnSp>
          <p:nvCxnSpPr>
            <p:cNvPr id="67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22 CuadroTexto"/>
          <p:cNvSpPr txBox="1"/>
          <p:nvPr/>
        </p:nvSpPr>
        <p:spPr>
          <a:xfrm>
            <a:off x="2887456" y="4130619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</a:t>
                      </a:r>
                      <a:r>
                        <a:rPr lang="es-ES" sz="1200" baseline="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 = 24</a:t>
                      </a:r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?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30" name="Grupo 29"/>
          <p:cNvGrpSpPr/>
          <p:nvPr/>
        </p:nvGrpSpPr>
        <p:grpSpPr>
          <a:xfrm>
            <a:off x="4077470" y="3119854"/>
            <a:ext cx="733826" cy="237114"/>
            <a:chOff x="4077470" y="3429000"/>
            <a:chExt cx="998586" cy="216000"/>
          </a:xfrm>
        </p:grpSpPr>
        <p:cxnSp>
          <p:nvCxnSpPr>
            <p:cNvPr id="39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22 CuadroTexto"/>
          <p:cNvSpPr txBox="1"/>
          <p:nvPr/>
        </p:nvSpPr>
        <p:spPr>
          <a:xfrm>
            <a:off x="4355976" y="3359428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42" name="Grupo 41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43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upo 44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46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o 47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49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upo 50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52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o 53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55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upo 56"/>
          <p:cNvGrpSpPr/>
          <p:nvPr/>
        </p:nvGrpSpPr>
        <p:grpSpPr>
          <a:xfrm>
            <a:off x="3342776" y="3507066"/>
            <a:ext cx="733826" cy="237114"/>
            <a:chOff x="4077470" y="3429000"/>
            <a:chExt cx="998586" cy="216000"/>
          </a:xfrm>
        </p:grpSpPr>
        <p:cxnSp>
          <p:nvCxnSpPr>
            <p:cNvPr id="58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22 CuadroTexto"/>
          <p:cNvSpPr txBox="1"/>
          <p:nvPr/>
        </p:nvSpPr>
        <p:spPr>
          <a:xfrm>
            <a:off x="3621282" y="3756165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61" name="Grupo 60"/>
          <p:cNvGrpSpPr/>
          <p:nvPr/>
        </p:nvGrpSpPr>
        <p:grpSpPr>
          <a:xfrm>
            <a:off x="2608950" y="3892916"/>
            <a:ext cx="733826" cy="237114"/>
            <a:chOff x="4077470" y="3429000"/>
            <a:chExt cx="998586" cy="216000"/>
          </a:xfrm>
        </p:grpSpPr>
        <p:cxnSp>
          <p:nvCxnSpPr>
            <p:cNvPr id="62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4" name="22 CuadroTexto"/>
          <p:cNvSpPr txBox="1"/>
          <p:nvPr/>
        </p:nvSpPr>
        <p:spPr>
          <a:xfrm>
            <a:off x="2887456" y="4130619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grpSp>
        <p:nvGrpSpPr>
          <p:cNvPr id="65" name="Grupo 64"/>
          <p:cNvGrpSpPr/>
          <p:nvPr/>
        </p:nvGrpSpPr>
        <p:grpSpPr>
          <a:xfrm>
            <a:off x="1893958" y="4272006"/>
            <a:ext cx="733826" cy="237114"/>
            <a:chOff x="4077470" y="3429000"/>
            <a:chExt cx="998586" cy="216000"/>
          </a:xfrm>
        </p:grpSpPr>
        <p:cxnSp>
          <p:nvCxnSpPr>
            <p:cNvPr id="66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22 CuadroTexto"/>
          <p:cNvSpPr txBox="1"/>
          <p:nvPr/>
        </p:nvSpPr>
        <p:spPr>
          <a:xfrm>
            <a:off x="2151774" y="4511936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6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resultado = 120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r>
                        <a:rPr lang="es-ES" sz="1200" dirty="0">
                          <a:solidFill>
                            <a:schemeClr val="tx1"/>
                          </a:solidFill>
                          <a:latin typeface="Consolas" pitchFamily="49" charset="0"/>
                          <a:cs typeface="Consolas" pitchFamily="49" charset="0"/>
                        </a:rPr>
                        <a:t>n =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grpSp>
        <p:nvGrpSpPr>
          <p:cNvPr id="41" name="Grupo 40"/>
          <p:cNvGrpSpPr/>
          <p:nvPr/>
        </p:nvGrpSpPr>
        <p:grpSpPr>
          <a:xfrm>
            <a:off x="4077470" y="3119854"/>
            <a:ext cx="733826" cy="237114"/>
            <a:chOff x="4077470" y="3429000"/>
            <a:chExt cx="998586" cy="216000"/>
          </a:xfrm>
        </p:grpSpPr>
        <p:cxnSp>
          <p:nvCxnSpPr>
            <p:cNvPr id="42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22 CuadroTexto"/>
          <p:cNvSpPr txBox="1"/>
          <p:nvPr/>
        </p:nvSpPr>
        <p:spPr>
          <a:xfrm>
            <a:off x="4355976" y="3359428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45" name="Grupo 44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46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o 47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49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upo 50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52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Grupo 53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55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7" name="Grupo 56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58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upo 59"/>
          <p:cNvGrpSpPr/>
          <p:nvPr/>
        </p:nvGrpSpPr>
        <p:grpSpPr>
          <a:xfrm>
            <a:off x="3342776" y="3507066"/>
            <a:ext cx="733826" cy="237114"/>
            <a:chOff x="4077470" y="3429000"/>
            <a:chExt cx="998586" cy="216000"/>
          </a:xfrm>
        </p:grpSpPr>
        <p:cxnSp>
          <p:nvCxnSpPr>
            <p:cNvPr id="61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22 CuadroTexto"/>
          <p:cNvSpPr txBox="1"/>
          <p:nvPr/>
        </p:nvSpPr>
        <p:spPr>
          <a:xfrm>
            <a:off x="3621282" y="3756165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64" name="Grupo 63"/>
          <p:cNvGrpSpPr/>
          <p:nvPr/>
        </p:nvGrpSpPr>
        <p:grpSpPr>
          <a:xfrm>
            <a:off x="2608950" y="3892916"/>
            <a:ext cx="733826" cy="237114"/>
            <a:chOff x="4077470" y="3429000"/>
            <a:chExt cx="998586" cy="216000"/>
          </a:xfrm>
        </p:grpSpPr>
        <p:cxnSp>
          <p:nvCxnSpPr>
            <p:cNvPr id="65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22 CuadroTexto"/>
          <p:cNvSpPr txBox="1"/>
          <p:nvPr/>
        </p:nvSpPr>
        <p:spPr>
          <a:xfrm>
            <a:off x="2887456" y="4130619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grpSp>
        <p:nvGrpSpPr>
          <p:cNvPr id="68" name="Grupo 67"/>
          <p:cNvGrpSpPr/>
          <p:nvPr/>
        </p:nvGrpSpPr>
        <p:grpSpPr>
          <a:xfrm>
            <a:off x="1893958" y="4272006"/>
            <a:ext cx="733826" cy="237114"/>
            <a:chOff x="4077470" y="3429000"/>
            <a:chExt cx="998586" cy="216000"/>
          </a:xfrm>
        </p:grpSpPr>
        <p:cxnSp>
          <p:nvCxnSpPr>
            <p:cNvPr id="69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22 CuadroTexto"/>
          <p:cNvSpPr txBox="1"/>
          <p:nvPr/>
        </p:nvSpPr>
        <p:spPr>
          <a:xfrm>
            <a:off x="2151774" y="4511936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grpSp>
        <p:nvGrpSpPr>
          <p:cNvPr id="72" name="Grupo 71"/>
          <p:cNvGrpSpPr/>
          <p:nvPr/>
        </p:nvGrpSpPr>
        <p:grpSpPr>
          <a:xfrm>
            <a:off x="1169657" y="4653679"/>
            <a:ext cx="733826" cy="237114"/>
            <a:chOff x="4077470" y="3429000"/>
            <a:chExt cx="998586" cy="216000"/>
          </a:xfrm>
        </p:grpSpPr>
        <p:cxnSp>
          <p:nvCxnSpPr>
            <p:cNvPr id="73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5" name="22 CuadroTexto"/>
          <p:cNvSpPr txBox="1"/>
          <p:nvPr/>
        </p:nvSpPr>
        <p:spPr>
          <a:xfrm>
            <a:off x="1427473" y="4893609"/>
            <a:ext cx="437940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24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Ejecución de la función 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factorial()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5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4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3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lvl="1" indent="1588" defTabSz="723900">
              <a:spcBef>
                <a:spcPts val="0"/>
              </a:spcBef>
              <a:spcAft>
                <a:spcPts val="600"/>
              </a:spcAft>
              <a:buNone/>
              <a:tabLst>
                <a:tab pos="1076325" algn="l"/>
                <a:tab pos="1790700" algn="l"/>
                <a:tab pos="2514600" algn="l"/>
                <a:tab pos="3228975" algn="l"/>
                <a:tab pos="3943350" algn="l"/>
              </a:tabLst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					factorial(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</a:t>
            </a: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aphicFrame>
        <p:nvGraphicFramePr>
          <p:cNvPr id="7" name="6 Tabla"/>
          <p:cNvGraphicFramePr>
            <a:graphicFrameLocks noGrp="1"/>
          </p:cNvGraphicFramePr>
          <p:nvPr/>
        </p:nvGraphicFramePr>
        <p:xfrm>
          <a:off x="6786578" y="1931142"/>
          <a:ext cx="1463824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3496">
                <a:tc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chemeClr val="tx1"/>
                        </a:solidFill>
                        <a:latin typeface="Consolas" pitchFamily="49" charset="0"/>
                        <a:cs typeface="Consolas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7 CuadroTexto"/>
          <p:cNvSpPr txBox="1"/>
          <p:nvPr/>
        </p:nvSpPr>
        <p:spPr>
          <a:xfrm>
            <a:off x="7271584" y="5504478"/>
            <a:ext cx="516488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Pila</a:t>
            </a:r>
          </a:p>
        </p:txBody>
      </p:sp>
      <p:cxnSp>
        <p:nvCxnSpPr>
          <p:cNvPr id="42" name="41 Conector recto de flecha"/>
          <p:cNvCxnSpPr/>
          <p:nvPr/>
        </p:nvCxnSpPr>
        <p:spPr>
          <a:xfrm rot="5400000">
            <a:off x="887100" y="5493237"/>
            <a:ext cx="673678" cy="1588"/>
          </a:xfrm>
          <a:prstGeom prst="straightConnector1">
            <a:avLst/>
          </a:prstGeom>
          <a:ln w="28575">
            <a:solidFill>
              <a:srgbClr val="FFC000"/>
            </a:solidFill>
            <a:tailEnd type="stealth" w="lg" len="lg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42 CuadroTexto"/>
          <p:cNvSpPr txBox="1"/>
          <p:nvPr/>
        </p:nvSpPr>
        <p:spPr>
          <a:xfrm>
            <a:off x="1343121" y="5306090"/>
            <a:ext cx="564578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120</a:t>
            </a:r>
          </a:p>
        </p:txBody>
      </p:sp>
      <p:grpSp>
        <p:nvGrpSpPr>
          <p:cNvPr id="41" name="Grupo 40"/>
          <p:cNvGrpSpPr/>
          <p:nvPr/>
        </p:nvGrpSpPr>
        <p:grpSpPr>
          <a:xfrm>
            <a:off x="4077470" y="3119854"/>
            <a:ext cx="733826" cy="237114"/>
            <a:chOff x="4077470" y="3429000"/>
            <a:chExt cx="998586" cy="216000"/>
          </a:xfrm>
        </p:grpSpPr>
        <p:cxnSp>
          <p:nvCxnSpPr>
            <p:cNvPr id="44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6" name="22 CuadroTexto"/>
          <p:cNvSpPr txBox="1"/>
          <p:nvPr/>
        </p:nvSpPr>
        <p:spPr>
          <a:xfrm>
            <a:off x="4355976" y="3359428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47" name="Grupo 46"/>
          <p:cNvGrpSpPr/>
          <p:nvPr/>
        </p:nvGrpSpPr>
        <p:grpSpPr>
          <a:xfrm>
            <a:off x="1214414" y="1312217"/>
            <a:ext cx="333250" cy="216000"/>
            <a:chOff x="1214414" y="1793478"/>
            <a:chExt cx="333250" cy="216000"/>
          </a:xfrm>
        </p:grpSpPr>
        <p:cxnSp>
          <p:nvCxnSpPr>
            <p:cNvPr id="48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upo 49"/>
          <p:cNvGrpSpPr/>
          <p:nvPr/>
        </p:nvGrpSpPr>
        <p:grpSpPr>
          <a:xfrm>
            <a:off x="1926754" y="1662209"/>
            <a:ext cx="333250" cy="216000"/>
            <a:chOff x="1214414" y="1793478"/>
            <a:chExt cx="333250" cy="216000"/>
          </a:xfrm>
        </p:grpSpPr>
        <p:cxnSp>
          <p:nvCxnSpPr>
            <p:cNvPr id="51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upo 52"/>
          <p:cNvGrpSpPr/>
          <p:nvPr/>
        </p:nvGrpSpPr>
        <p:grpSpPr>
          <a:xfrm>
            <a:off x="2646834" y="2017415"/>
            <a:ext cx="333250" cy="216000"/>
            <a:chOff x="1214414" y="1793478"/>
            <a:chExt cx="333250" cy="216000"/>
          </a:xfrm>
        </p:grpSpPr>
        <p:cxnSp>
          <p:nvCxnSpPr>
            <p:cNvPr id="54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6" name="Grupo 55"/>
          <p:cNvGrpSpPr/>
          <p:nvPr/>
        </p:nvGrpSpPr>
        <p:grpSpPr>
          <a:xfrm>
            <a:off x="3376439" y="2367930"/>
            <a:ext cx="333250" cy="216000"/>
            <a:chOff x="1214414" y="1793478"/>
            <a:chExt cx="333250" cy="216000"/>
          </a:xfrm>
        </p:grpSpPr>
        <p:cxnSp>
          <p:nvCxnSpPr>
            <p:cNvPr id="57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Grupo 58"/>
          <p:cNvGrpSpPr/>
          <p:nvPr/>
        </p:nvGrpSpPr>
        <p:grpSpPr>
          <a:xfrm>
            <a:off x="4090685" y="2718445"/>
            <a:ext cx="333250" cy="216000"/>
            <a:chOff x="1214414" y="1793478"/>
            <a:chExt cx="333250" cy="216000"/>
          </a:xfrm>
        </p:grpSpPr>
        <p:cxnSp>
          <p:nvCxnSpPr>
            <p:cNvPr id="60" name="9 Conector recto"/>
            <p:cNvCxnSpPr/>
            <p:nvPr/>
          </p:nvCxnSpPr>
          <p:spPr>
            <a:xfrm rot="5400000">
              <a:off x="1115939" y="1901478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12 Conector recto de flecha"/>
            <p:cNvCxnSpPr/>
            <p:nvPr/>
          </p:nvCxnSpPr>
          <p:spPr>
            <a:xfrm>
              <a:off x="1214414" y="1998365"/>
              <a:ext cx="33325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2" name="Grupo 61"/>
          <p:cNvGrpSpPr/>
          <p:nvPr/>
        </p:nvGrpSpPr>
        <p:grpSpPr>
          <a:xfrm>
            <a:off x="3342776" y="3507066"/>
            <a:ext cx="733826" cy="237114"/>
            <a:chOff x="4077470" y="3429000"/>
            <a:chExt cx="998586" cy="216000"/>
          </a:xfrm>
        </p:grpSpPr>
        <p:cxnSp>
          <p:nvCxnSpPr>
            <p:cNvPr id="63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22 CuadroTexto"/>
          <p:cNvSpPr txBox="1"/>
          <p:nvPr/>
        </p:nvSpPr>
        <p:spPr>
          <a:xfrm>
            <a:off x="3621282" y="3756165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1</a:t>
            </a:r>
          </a:p>
        </p:txBody>
      </p:sp>
      <p:grpSp>
        <p:nvGrpSpPr>
          <p:cNvPr id="66" name="Grupo 65"/>
          <p:cNvGrpSpPr/>
          <p:nvPr/>
        </p:nvGrpSpPr>
        <p:grpSpPr>
          <a:xfrm>
            <a:off x="2608950" y="3892916"/>
            <a:ext cx="733826" cy="237114"/>
            <a:chOff x="4077470" y="3429000"/>
            <a:chExt cx="998586" cy="216000"/>
          </a:xfrm>
        </p:grpSpPr>
        <p:cxnSp>
          <p:nvCxnSpPr>
            <p:cNvPr id="67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22 CuadroTexto"/>
          <p:cNvSpPr txBox="1"/>
          <p:nvPr/>
        </p:nvSpPr>
        <p:spPr>
          <a:xfrm>
            <a:off x="2887456" y="4130619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</a:t>
            </a:r>
          </a:p>
        </p:txBody>
      </p:sp>
      <p:grpSp>
        <p:nvGrpSpPr>
          <p:cNvPr id="70" name="Grupo 69"/>
          <p:cNvGrpSpPr/>
          <p:nvPr/>
        </p:nvGrpSpPr>
        <p:grpSpPr>
          <a:xfrm>
            <a:off x="1893958" y="4272006"/>
            <a:ext cx="733826" cy="237114"/>
            <a:chOff x="4077470" y="3429000"/>
            <a:chExt cx="998586" cy="216000"/>
          </a:xfrm>
        </p:grpSpPr>
        <p:cxnSp>
          <p:nvCxnSpPr>
            <p:cNvPr id="71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22 CuadroTexto"/>
          <p:cNvSpPr txBox="1"/>
          <p:nvPr/>
        </p:nvSpPr>
        <p:spPr>
          <a:xfrm>
            <a:off x="2151774" y="4511936"/>
            <a:ext cx="311304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6</a:t>
            </a:r>
          </a:p>
        </p:txBody>
      </p:sp>
      <p:grpSp>
        <p:nvGrpSpPr>
          <p:cNvPr id="74" name="Grupo 73"/>
          <p:cNvGrpSpPr/>
          <p:nvPr/>
        </p:nvGrpSpPr>
        <p:grpSpPr>
          <a:xfrm>
            <a:off x="1169657" y="4653679"/>
            <a:ext cx="733826" cy="237114"/>
            <a:chOff x="4077470" y="3429000"/>
            <a:chExt cx="998586" cy="216000"/>
          </a:xfrm>
        </p:grpSpPr>
        <p:cxnSp>
          <p:nvCxnSpPr>
            <p:cNvPr id="75" name="19 Conector recto"/>
            <p:cNvCxnSpPr/>
            <p:nvPr/>
          </p:nvCxnSpPr>
          <p:spPr>
            <a:xfrm rot="5400000">
              <a:off x="4958531" y="3537000"/>
              <a:ext cx="21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20 Conector recto de flecha"/>
            <p:cNvCxnSpPr/>
            <p:nvPr/>
          </p:nvCxnSpPr>
          <p:spPr>
            <a:xfrm>
              <a:off x="4077470" y="3640239"/>
              <a:ext cx="998586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7" name="22 CuadroTexto"/>
          <p:cNvSpPr txBox="1"/>
          <p:nvPr/>
        </p:nvSpPr>
        <p:spPr>
          <a:xfrm>
            <a:off x="1427473" y="4893609"/>
            <a:ext cx="437940" cy="36933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24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1017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45605" y="3044280"/>
            <a:ext cx="4453079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Tipos de recursión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Recursión simple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Sólo hay una llamada recursiva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Ejemplo: Cálculo del factorial de un número entero positivo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factorial(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   int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(n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 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</a:t>
            </a:r>
            <a:r>
              <a:rPr lang="en-US" sz="1800" dirty="0" err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Caso</a:t>
            </a:r>
            <a:r>
              <a:rPr lang="en-US" sz="18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 base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= n * factorial(n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8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s-ES" sz="18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1800" dirty="0"/>
          </a:p>
        </p:txBody>
      </p:sp>
      <p:grpSp>
        <p:nvGrpSpPr>
          <p:cNvPr id="3" name="Grupo 2"/>
          <p:cNvGrpSpPr/>
          <p:nvPr/>
        </p:nvGrpSpPr>
        <p:grpSpPr>
          <a:xfrm>
            <a:off x="4359603" y="3933057"/>
            <a:ext cx="3758219" cy="936103"/>
            <a:chOff x="4359603" y="3933057"/>
            <a:chExt cx="3758219" cy="936103"/>
          </a:xfrm>
        </p:grpSpPr>
        <p:cxnSp>
          <p:nvCxnSpPr>
            <p:cNvPr id="10" name="9 Conector recto de flecha"/>
            <p:cNvCxnSpPr/>
            <p:nvPr/>
          </p:nvCxnSpPr>
          <p:spPr>
            <a:xfrm rot="16200000" flipV="1">
              <a:off x="4359603" y="3933057"/>
              <a:ext cx="648072" cy="648072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14 CuadroTexto"/>
            <p:cNvSpPr txBox="1"/>
            <p:nvPr/>
          </p:nvSpPr>
          <p:spPr>
            <a:xfrm>
              <a:off x="5007675" y="4469050"/>
              <a:ext cx="311014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Una sola llamada recursiva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Recursión múltiple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1019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Varias llamadas recursivas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Ejemplo: Cálculo de los números de </a:t>
            </a:r>
            <a:r>
              <a:rPr lang="es-ES" i="1" dirty="0"/>
              <a:t>Fibonacci</a:t>
            </a: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</p:txBody>
      </p:sp>
      <p:sp>
        <p:nvSpPr>
          <p:cNvPr id="6" name="5 Rectángulo"/>
          <p:cNvSpPr/>
          <p:nvPr/>
        </p:nvSpPr>
        <p:spPr>
          <a:xfrm>
            <a:off x="2135786" y="2843644"/>
            <a:ext cx="3425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514600" algn="l"/>
              </a:tabLs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	si n = 1</a:t>
            </a:r>
          </a:p>
        </p:txBody>
      </p:sp>
      <p:sp>
        <p:nvSpPr>
          <p:cNvPr id="7" name="6 Rectángulo"/>
          <p:cNvSpPr/>
          <p:nvPr/>
        </p:nvSpPr>
        <p:spPr>
          <a:xfrm>
            <a:off x="899592" y="2843644"/>
            <a:ext cx="8034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Fib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(n)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2135786" y="2348880"/>
            <a:ext cx="3425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514600">
              <a:tabLst>
                <a:tab pos="2514600" algn="l"/>
              </a:tabLs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0	si n = 0</a:t>
            </a:r>
          </a:p>
        </p:txBody>
      </p:sp>
      <p:sp>
        <p:nvSpPr>
          <p:cNvPr id="9" name="8 Abrir llave"/>
          <p:cNvSpPr/>
          <p:nvPr/>
        </p:nvSpPr>
        <p:spPr>
          <a:xfrm>
            <a:off x="1847754" y="2420976"/>
            <a:ext cx="216000" cy="1224048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/>
        </p:nvSpPr>
        <p:spPr>
          <a:xfrm>
            <a:off x="2135786" y="3294276"/>
            <a:ext cx="3425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514600" algn="l"/>
              </a:tabLst>
            </a:pP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Fib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(n-1) +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Fib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(n-2)	si n &gt; 1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2533643" y="3663608"/>
            <a:ext cx="2816797" cy="1048182"/>
            <a:chOff x="2533643" y="3663608"/>
            <a:chExt cx="2816797" cy="1048182"/>
          </a:xfrm>
        </p:grpSpPr>
        <p:cxnSp>
          <p:nvCxnSpPr>
            <p:cNvPr id="12" name="11 Conector recto de flecha"/>
            <p:cNvCxnSpPr/>
            <p:nvPr/>
          </p:nvCxnSpPr>
          <p:spPr>
            <a:xfrm rot="16200000" flipV="1">
              <a:off x="2533643" y="3663608"/>
              <a:ext cx="648072" cy="648072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2533643" y="4311680"/>
              <a:ext cx="2816797" cy="40011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Dos llamadas recursivas</a:t>
              </a:r>
            </a:p>
          </p:txBody>
        </p:sp>
        <p:cxnSp>
          <p:nvCxnSpPr>
            <p:cNvPr id="14" name="13 Conector recto de flecha"/>
            <p:cNvCxnSpPr/>
            <p:nvPr/>
          </p:nvCxnSpPr>
          <p:spPr>
            <a:xfrm rot="5400000" flipH="1" flipV="1">
              <a:off x="3107894" y="3915636"/>
              <a:ext cx="648072" cy="144016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Resultado de imagen de para que sirve fibonacci">
            <a:extLst>
              <a:ext uri="{FF2B5EF4-FFF2-40B4-BE49-F238E27FC236}">
                <a16:creationId xmlns:a16="http://schemas.microsoft.com/office/drawing/2014/main" id="{316A8EA1-5669-4649-BAD0-443CD0583D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0330" y="3416424"/>
            <a:ext cx="2987824" cy="18813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Recursión múltiple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lnSpcReduction="10000"/>
          </a:bodyPr>
          <a:lstStyle/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for 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(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i 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; i &lt;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20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; i++)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   Mostrar(</a:t>
            </a:r>
            <a:r>
              <a:rPr lang="es-ES" sz="1600" dirty="0" err="1">
                <a:latin typeface="Consolas" pitchFamily="49" charset="0"/>
                <a:cs typeface="Consolas" pitchFamily="49" charset="0"/>
              </a:rPr>
              <a:t>fibonacci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(i));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   Mostrar(“\n”);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fibonacci(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resultado;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(n ==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   resultado 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else if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(n ==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   resultado =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   resultado = fibonacci(n -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) + fibonacci(n - </a:t>
            </a:r>
            <a:r>
              <a:rPr lang="es-E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 </a:t>
            </a:r>
            <a:r>
              <a:rPr lang="es-ES" sz="1600" dirty="0">
                <a:latin typeface="Consolas" pitchFamily="49" charset="0"/>
                <a:cs typeface="Consolas" pitchFamily="49" charset="0"/>
              </a:rPr>
              <a:t>resultado;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6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5 Rectángulo"/>
          <p:cNvSpPr/>
          <p:nvPr/>
        </p:nvSpPr>
        <p:spPr>
          <a:xfrm>
            <a:off x="6017908" y="1261877"/>
            <a:ext cx="27305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	si n = 1</a:t>
            </a:r>
          </a:p>
        </p:txBody>
      </p:sp>
      <p:sp>
        <p:nvSpPr>
          <p:cNvPr id="7" name="6 Rectángulo"/>
          <p:cNvSpPr/>
          <p:nvPr/>
        </p:nvSpPr>
        <p:spPr>
          <a:xfrm>
            <a:off x="5050770" y="1242827"/>
            <a:ext cx="66717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Fib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(n)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6017908" y="941238"/>
            <a:ext cx="27305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514600">
              <a:tabLst>
                <a:tab pos="1980000" algn="l"/>
              </a:tabLs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0	si n = 0</a:t>
            </a:r>
          </a:p>
        </p:txBody>
      </p:sp>
      <p:sp>
        <p:nvSpPr>
          <p:cNvPr id="9" name="8 Abrir llave"/>
          <p:cNvSpPr/>
          <p:nvPr/>
        </p:nvSpPr>
        <p:spPr>
          <a:xfrm>
            <a:off x="5729876" y="1022626"/>
            <a:ext cx="216000" cy="730445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/>
        </p:nvSpPr>
        <p:spPr>
          <a:xfrm>
            <a:off x="6017908" y="1537047"/>
            <a:ext cx="27305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Fib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(n-1) +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Fib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(n-2)	si n &gt; 1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2043360"/>
            <a:ext cx="521494" cy="41219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8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1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3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Recursión anidada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En una llamada recursiva alguno de los argumentos es otra llamada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Ejemplo: Cálculo de los números de Ackermann:</a:t>
            </a:r>
          </a:p>
        </p:txBody>
      </p:sp>
      <p:sp>
        <p:nvSpPr>
          <p:cNvPr id="6" name="5 Rectángulo"/>
          <p:cNvSpPr/>
          <p:nvPr/>
        </p:nvSpPr>
        <p:spPr>
          <a:xfrm>
            <a:off x="2331291" y="2843644"/>
            <a:ext cx="4196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514600" algn="l"/>
              </a:tabLst>
            </a:pP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1)	si m &gt; 0 y n = 0</a:t>
            </a:r>
          </a:p>
        </p:txBody>
      </p:sp>
      <p:sp>
        <p:nvSpPr>
          <p:cNvPr id="7" name="6 Rectángulo"/>
          <p:cNvSpPr/>
          <p:nvPr/>
        </p:nvSpPr>
        <p:spPr>
          <a:xfrm>
            <a:off x="899592" y="2843644"/>
            <a:ext cx="11462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2331291" y="2348880"/>
            <a:ext cx="34900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514600">
              <a:tabLst>
                <a:tab pos="2514600" algn="l"/>
              </a:tabLs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 + 1	si m = 0</a:t>
            </a:r>
          </a:p>
        </p:txBody>
      </p:sp>
      <p:sp>
        <p:nvSpPr>
          <p:cNvPr id="9" name="8 Abrir llave"/>
          <p:cNvSpPr/>
          <p:nvPr/>
        </p:nvSpPr>
        <p:spPr>
          <a:xfrm>
            <a:off x="2043259" y="2420976"/>
            <a:ext cx="216000" cy="1224048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/>
        </p:nvSpPr>
        <p:spPr>
          <a:xfrm>
            <a:off x="2331291" y="3294276"/>
            <a:ext cx="41969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514600" algn="l"/>
              </a:tabLst>
            </a:pP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</a:t>
            </a:r>
            <a:r>
              <a:rPr lang="es-ES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n-1))	si m &gt; 0 y n &gt; 0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3556005" y="3676382"/>
            <a:ext cx="4844477" cy="832738"/>
            <a:chOff x="3556005" y="3676382"/>
            <a:chExt cx="4844477" cy="832738"/>
          </a:xfrm>
        </p:grpSpPr>
        <p:cxnSp>
          <p:nvCxnSpPr>
            <p:cNvPr id="12" name="11 Conector recto de flecha"/>
            <p:cNvCxnSpPr/>
            <p:nvPr/>
          </p:nvCxnSpPr>
          <p:spPr>
            <a:xfrm rot="16200000" flipV="1">
              <a:off x="3556005" y="3676382"/>
              <a:ext cx="648072" cy="648072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12 CuadroTexto"/>
            <p:cNvSpPr txBox="1"/>
            <p:nvPr/>
          </p:nvSpPr>
          <p:spPr>
            <a:xfrm>
              <a:off x="4204077" y="4139788"/>
              <a:ext cx="4196405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Argumento que es una llamada recursiva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Recursión anidada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Números de Ackermann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ackermann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m, 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n)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(m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n +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   else if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(n ==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ackermann(m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else 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{</a:t>
            </a:r>
            <a:endParaRPr lang="en-US" sz="1800" dirty="0">
              <a:solidFill>
                <a:schemeClr val="accent2">
                  <a:lumMod val="60000"/>
                  <a:lumOff val="4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= ackermann(m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, ackermann(m, n - </a:t>
            </a:r>
            <a:r>
              <a:rPr lang="en-U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));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n-U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n-US" sz="1800" dirty="0" err="1">
                <a:latin typeface="Consolas" pitchFamily="49" charset="0"/>
                <a:cs typeface="Consolas" pitchFamily="49" charset="0"/>
              </a:rPr>
              <a:t>resultado</a:t>
            </a:r>
            <a:r>
              <a:rPr lang="en-U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n-US" sz="18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5 Rectángulo"/>
          <p:cNvSpPr/>
          <p:nvPr/>
        </p:nvSpPr>
        <p:spPr>
          <a:xfrm>
            <a:off x="5419989" y="1239723"/>
            <a:ext cx="3328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1)	si m &gt; 0 y n = 0</a:t>
            </a:r>
          </a:p>
        </p:txBody>
      </p:sp>
      <p:sp>
        <p:nvSpPr>
          <p:cNvPr id="7" name="6 Rectángulo"/>
          <p:cNvSpPr/>
          <p:nvPr/>
        </p:nvSpPr>
        <p:spPr>
          <a:xfrm>
            <a:off x="4342942" y="1239723"/>
            <a:ext cx="9334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5419989" y="941238"/>
            <a:ext cx="27786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514600">
              <a:tabLst>
                <a:tab pos="1980000" algn="l"/>
              </a:tabLs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 + 1	si m = 0</a:t>
            </a:r>
          </a:p>
        </p:txBody>
      </p:sp>
      <p:sp>
        <p:nvSpPr>
          <p:cNvPr id="9" name="8 Abrir llave"/>
          <p:cNvSpPr/>
          <p:nvPr/>
        </p:nvSpPr>
        <p:spPr>
          <a:xfrm>
            <a:off x="5242089" y="1051201"/>
            <a:ext cx="216000" cy="730445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9 Rectángulo"/>
          <p:cNvSpPr/>
          <p:nvPr/>
        </p:nvSpPr>
        <p:spPr>
          <a:xfrm>
            <a:off x="5419989" y="1537047"/>
            <a:ext cx="3328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n-1))	si m &gt; 0 y n &gt; 0</a:t>
            </a:r>
          </a:p>
        </p:txBody>
      </p:sp>
      <p:grpSp>
        <p:nvGrpSpPr>
          <p:cNvPr id="16" name="6 Grupo"/>
          <p:cNvGrpSpPr/>
          <p:nvPr/>
        </p:nvGrpSpPr>
        <p:grpSpPr>
          <a:xfrm>
            <a:off x="2991827" y="5414673"/>
            <a:ext cx="4716524" cy="793306"/>
            <a:chOff x="899592" y="5416648"/>
            <a:chExt cx="4910674" cy="79330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7" name="7 CuadroTexto"/>
            <p:cNvSpPr txBox="1"/>
            <p:nvPr/>
          </p:nvSpPr>
          <p:spPr>
            <a:xfrm>
              <a:off x="899592" y="5416648"/>
              <a:ext cx="4910674" cy="793306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noAutofit/>
            </a:bodyPr>
            <a:lstStyle/>
            <a:p>
              <a:pPr marL="542925" lvl="0">
                <a:spcAft>
                  <a:spcPts val="600"/>
                </a:spcAft>
              </a:pPr>
              <a:r>
                <a:rPr lang="es-ES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Pruébalo con números muy bajos:</a:t>
              </a:r>
            </a:p>
            <a:p>
              <a:pPr marL="542925" lvl="0">
                <a:spcAft>
                  <a:spcPts val="600"/>
                </a:spcAft>
              </a:pPr>
              <a:r>
                <a:rPr lang="es-ES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 generan MUCHAS llamadas recursivas</a:t>
              </a:r>
            </a:p>
          </p:txBody>
        </p:sp>
        <p:pic>
          <p:nvPicPr>
            <p:cNvPr id="18" name="Picture 3" descr="D:\Docencia\Fundamentos de programación\CV\icoGuille\xeyes.pn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973660" y="5420841"/>
              <a:ext cx="426720" cy="426720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Recursión anidada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Números de Ackermann</a:t>
            </a:r>
          </a:p>
        </p:txBody>
      </p:sp>
      <p:grpSp>
        <p:nvGrpSpPr>
          <p:cNvPr id="3" name="26 Grupo"/>
          <p:cNvGrpSpPr/>
          <p:nvPr/>
        </p:nvGrpSpPr>
        <p:grpSpPr>
          <a:xfrm>
            <a:off x="3779912" y="2366777"/>
            <a:ext cx="343070" cy="369332"/>
            <a:chOff x="3779912" y="2421682"/>
            <a:chExt cx="343070" cy="369332"/>
          </a:xfrm>
        </p:grpSpPr>
        <p:cxnSp>
          <p:nvCxnSpPr>
            <p:cNvPr id="21" name="20 Conector recto de flecha"/>
            <p:cNvCxnSpPr/>
            <p:nvPr/>
          </p:nvCxnSpPr>
          <p:spPr>
            <a:xfrm rot="5400000">
              <a:off x="3600686" y="2600908"/>
              <a:ext cx="36004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21 CuadroTexto"/>
            <p:cNvSpPr txBox="1"/>
            <p:nvPr/>
          </p:nvSpPr>
          <p:spPr>
            <a:xfrm>
              <a:off x="3810076" y="2421682"/>
              <a:ext cx="31290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2</a:t>
              </a:r>
            </a:p>
          </p:txBody>
        </p:sp>
      </p:grpSp>
      <p:grpSp>
        <p:nvGrpSpPr>
          <p:cNvPr id="7" name="28 Grupo"/>
          <p:cNvGrpSpPr/>
          <p:nvPr/>
        </p:nvGrpSpPr>
        <p:grpSpPr>
          <a:xfrm>
            <a:off x="938524" y="2029837"/>
            <a:ext cx="396000" cy="1162938"/>
            <a:chOff x="938524" y="2084742"/>
            <a:chExt cx="396000" cy="1162938"/>
          </a:xfrm>
        </p:grpSpPr>
        <p:cxnSp>
          <p:nvCxnSpPr>
            <p:cNvPr id="23" name="22 Conector recto de flecha"/>
            <p:cNvCxnSpPr/>
            <p:nvPr/>
          </p:nvCxnSpPr>
          <p:spPr>
            <a:xfrm rot="5400000">
              <a:off x="372844" y="2659948"/>
              <a:ext cx="115200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23 CuadroTexto"/>
            <p:cNvSpPr txBox="1"/>
            <p:nvPr/>
          </p:nvSpPr>
          <p:spPr>
            <a:xfrm>
              <a:off x="968688" y="2781722"/>
              <a:ext cx="31290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  <p:cxnSp>
          <p:nvCxnSpPr>
            <p:cNvPr id="28" name="27 Conector recto"/>
            <p:cNvCxnSpPr/>
            <p:nvPr/>
          </p:nvCxnSpPr>
          <p:spPr>
            <a:xfrm>
              <a:off x="938524" y="3247680"/>
              <a:ext cx="39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16 Rectángulo"/>
          <p:cNvSpPr/>
          <p:nvPr/>
        </p:nvSpPr>
        <p:spPr>
          <a:xfrm>
            <a:off x="822448" y="1700808"/>
            <a:ext cx="1867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ackermann(1, 1)</a:t>
            </a:r>
            <a:endParaRPr lang="es-ES" dirty="0"/>
          </a:p>
        </p:txBody>
      </p:sp>
      <p:grpSp>
        <p:nvGrpSpPr>
          <p:cNvPr id="9" name="30 Grupo"/>
          <p:cNvGrpSpPr/>
          <p:nvPr/>
        </p:nvGrpSpPr>
        <p:grpSpPr>
          <a:xfrm>
            <a:off x="1115616" y="2025043"/>
            <a:ext cx="3709010" cy="338554"/>
            <a:chOff x="1115616" y="2079948"/>
            <a:chExt cx="3709010" cy="338554"/>
          </a:xfrm>
        </p:grpSpPr>
        <p:grpSp>
          <p:nvGrpSpPr>
            <p:cNvPr id="12" name="29 Grupo"/>
            <p:cNvGrpSpPr/>
            <p:nvPr/>
          </p:nvGrpSpPr>
          <p:grpSpPr>
            <a:xfrm>
              <a:off x="1115616" y="2083155"/>
              <a:ext cx="288032" cy="182068"/>
              <a:chOff x="1115616" y="2083155"/>
              <a:chExt cx="288032" cy="182068"/>
            </a:xfrm>
          </p:grpSpPr>
          <p:cxnSp>
            <p:nvCxnSpPr>
              <p:cNvPr id="16" name="15 Conector recto"/>
              <p:cNvCxnSpPr/>
              <p:nvPr/>
            </p:nvCxnSpPr>
            <p:spPr>
              <a:xfrm rot="5400000">
                <a:off x="1035141" y="2173155"/>
                <a:ext cx="18000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17 Conector recto de flecha"/>
              <p:cNvCxnSpPr/>
              <p:nvPr/>
            </p:nvCxnSpPr>
            <p:spPr>
              <a:xfrm>
                <a:off x="1115616" y="2263635"/>
                <a:ext cx="288032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18 Rectángulo"/>
            <p:cNvSpPr/>
            <p:nvPr/>
          </p:nvSpPr>
          <p:spPr>
            <a:xfrm>
              <a:off x="1385864" y="2079948"/>
              <a:ext cx="34387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FF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ackermann(0, ackermann(1, 0))</a:t>
              </a:r>
              <a:endParaRPr lang="es-ES" sz="160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3" name="31 Grupo"/>
          <p:cNvGrpSpPr/>
          <p:nvPr/>
        </p:nvGrpSpPr>
        <p:grpSpPr>
          <a:xfrm>
            <a:off x="2819016" y="2366777"/>
            <a:ext cx="1867819" cy="635317"/>
            <a:chOff x="2819016" y="2421682"/>
            <a:chExt cx="1867819" cy="635317"/>
          </a:xfrm>
        </p:grpSpPr>
        <p:cxnSp>
          <p:nvCxnSpPr>
            <p:cNvPr id="20" name="19 Conector recto de flecha"/>
            <p:cNvCxnSpPr/>
            <p:nvPr/>
          </p:nvCxnSpPr>
          <p:spPr>
            <a:xfrm rot="5400000">
              <a:off x="3168638" y="2600908"/>
              <a:ext cx="36004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24 Rectángulo"/>
            <p:cNvSpPr/>
            <p:nvPr/>
          </p:nvSpPr>
          <p:spPr>
            <a:xfrm>
              <a:off x="2819016" y="2718445"/>
              <a:ext cx="18678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tx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ackermann(0, 1)</a:t>
              </a:r>
              <a:endParaRPr lang="es-ES" sz="1600" dirty="0">
                <a:solidFill>
                  <a:schemeClr val="tx2">
                    <a:lumMod val="9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26" name="25 Rectángulo"/>
          <p:cNvSpPr/>
          <p:nvPr/>
        </p:nvSpPr>
        <p:spPr>
          <a:xfrm>
            <a:off x="1376339" y="2983044"/>
            <a:ext cx="1867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ackermann(0, 2)</a:t>
            </a:r>
            <a:endParaRPr lang="es-ES" sz="1600" dirty="0">
              <a:solidFill>
                <a:srgbClr val="FFCC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5 Rectángulo"/>
          <p:cNvSpPr/>
          <p:nvPr/>
        </p:nvSpPr>
        <p:spPr>
          <a:xfrm>
            <a:off x="5419989" y="1239723"/>
            <a:ext cx="3328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1)	si m &gt; 0 y n = 0</a:t>
            </a:r>
          </a:p>
        </p:txBody>
      </p:sp>
      <p:sp>
        <p:nvSpPr>
          <p:cNvPr id="29" name="6 Rectángulo"/>
          <p:cNvSpPr/>
          <p:nvPr/>
        </p:nvSpPr>
        <p:spPr>
          <a:xfrm>
            <a:off x="4342942" y="1239723"/>
            <a:ext cx="9334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n)</a:t>
            </a:r>
          </a:p>
        </p:txBody>
      </p:sp>
      <p:sp>
        <p:nvSpPr>
          <p:cNvPr id="30" name="7 Rectángulo"/>
          <p:cNvSpPr/>
          <p:nvPr/>
        </p:nvSpPr>
        <p:spPr>
          <a:xfrm>
            <a:off x="5419989" y="941238"/>
            <a:ext cx="27786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514600">
              <a:tabLst>
                <a:tab pos="1980000" algn="l"/>
              </a:tabLs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 + 1	si m = 0</a:t>
            </a:r>
          </a:p>
        </p:txBody>
      </p:sp>
      <p:sp>
        <p:nvSpPr>
          <p:cNvPr id="31" name="8 Abrir llave"/>
          <p:cNvSpPr/>
          <p:nvPr/>
        </p:nvSpPr>
        <p:spPr>
          <a:xfrm>
            <a:off x="5242089" y="1051201"/>
            <a:ext cx="216000" cy="730445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2" name="9 Rectángulo"/>
          <p:cNvSpPr/>
          <p:nvPr/>
        </p:nvSpPr>
        <p:spPr>
          <a:xfrm>
            <a:off x="5419989" y="1537047"/>
            <a:ext cx="3328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n-1))	si m &gt; 0 y n &gt; 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Recursión anidada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1024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Números de Ackermann</a:t>
            </a:r>
          </a:p>
        </p:txBody>
      </p:sp>
      <p:grpSp>
        <p:nvGrpSpPr>
          <p:cNvPr id="3" name="81 Grupo"/>
          <p:cNvGrpSpPr/>
          <p:nvPr/>
        </p:nvGrpSpPr>
        <p:grpSpPr>
          <a:xfrm>
            <a:off x="3779912" y="2368364"/>
            <a:ext cx="343070" cy="369332"/>
            <a:chOff x="3779912" y="2421682"/>
            <a:chExt cx="343070" cy="369332"/>
          </a:xfrm>
        </p:grpSpPr>
        <p:cxnSp>
          <p:nvCxnSpPr>
            <p:cNvPr id="21" name="20 Conector recto de flecha"/>
            <p:cNvCxnSpPr/>
            <p:nvPr/>
          </p:nvCxnSpPr>
          <p:spPr>
            <a:xfrm rot="5400000">
              <a:off x="3600686" y="2600908"/>
              <a:ext cx="36004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21 CuadroTexto"/>
            <p:cNvSpPr txBox="1"/>
            <p:nvPr/>
          </p:nvSpPr>
          <p:spPr>
            <a:xfrm>
              <a:off x="3810076" y="2421682"/>
              <a:ext cx="31290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3</a:t>
              </a:r>
            </a:p>
          </p:txBody>
        </p:sp>
      </p:grpSp>
      <p:grpSp>
        <p:nvGrpSpPr>
          <p:cNvPr id="7" name="86 Grupo"/>
          <p:cNvGrpSpPr/>
          <p:nvPr/>
        </p:nvGrpSpPr>
        <p:grpSpPr>
          <a:xfrm>
            <a:off x="938524" y="2032217"/>
            <a:ext cx="396000" cy="2123545"/>
            <a:chOff x="938524" y="2085535"/>
            <a:chExt cx="396000" cy="2123545"/>
          </a:xfrm>
        </p:grpSpPr>
        <p:cxnSp>
          <p:nvCxnSpPr>
            <p:cNvPr id="23" name="22 Conector recto de flecha"/>
            <p:cNvCxnSpPr/>
            <p:nvPr/>
          </p:nvCxnSpPr>
          <p:spPr>
            <a:xfrm rot="5400000">
              <a:off x="-112134" y="3146514"/>
              <a:ext cx="2123545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23 CuadroTexto"/>
            <p:cNvSpPr txBox="1"/>
            <p:nvPr/>
          </p:nvSpPr>
          <p:spPr>
            <a:xfrm>
              <a:off x="968688" y="2781722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cxnSp>
          <p:nvCxnSpPr>
            <p:cNvPr id="28" name="27 Conector recto"/>
            <p:cNvCxnSpPr/>
            <p:nvPr/>
          </p:nvCxnSpPr>
          <p:spPr>
            <a:xfrm>
              <a:off x="938524" y="4208287"/>
              <a:ext cx="39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84 Grupo"/>
          <p:cNvGrpSpPr/>
          <p:nvPr/>
        </p:nvGrpSpPr>
        <p:grpSpPr>
          <a:xfrm>
            <a:off x="3192212" y="4589443"/>
            <a:ext cx="719473" cy="1288681"/>
            <a:chOff x="3192212" y="4642761"/>
            <a:chExt cx="719473" cy="1288681"/>
          </a:xfrm>
        </p:grpSpPr>
        <p:cxnSp>
          <p:nvCxnSpPr>
            <p:cNvPr id="26" name="25 Conector recto de flecha"/>
            <p:cNvCxnSpPr/>
            <p:nvPr/>
          </p:nvCxnSpPr>
          <p:spPr>
            <a:xfrm rot="5400000">
              <a:off x="2892779" y="5286308"/>
              <a:ext cx="1288681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26 CuadroTexto"/>
            <p:cNvSpPr txBox="1"/>
            <p:nvPr/>
          </p:nvSpPr>
          <p:spPr>
            <a:xfrm>
              <a:off x="3192212" y="4780390"/>
              <a:ext cx="311304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4</a:t>
              </a:r>
            </a:p>
          </p:txBody>
        </p:sp>
        <p:cxnSp>
          <p:nvCxnSpPr>
            <p:cNvPr id="29" name="28 Conector recto"/>
            <p:cNvCxnSpPr/>
            <p:nvPr/>
          </p:nvCxnSpPr>
          <p:spPr>
            <a:xfrm>
              <a:off x="3515685" y="5930647"/>
              <a:ext cx="39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85 Grupo"/>
          <p:cNvGrpSpPr/>
          <p:nvPr/>
        </p:nvGrpSpPr>
        <p:grpSpPr>
          <a:xfrm>
            <a:off x="1519089" y="4254264"/>
            <a:ext cx="396000" cy="1944657"/>
            <a:chOff x="1519089" y="4307582"/>
            <a:chExt cx="396000" cy="1944657"/>
          </a:xfrm>
        </p:grpSpPr>
        <p:cxnSp>
          <p:nvCxnSpPr>
            <p:cNvPr id="31" name="30 Conector recto de flecha"/>
            <p:cNvCxnSpPr/>
            <p:nvPr/>
          </p:nvCxnSpPr>
          <p:spPr>
            <a:xfrm rot="5400000">
              <a:off x="557875" y="5279117"/>
              <a:ext cx="1944657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headEnd type="stealth" w="lg" len="lg"/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31 CuadroTexto"/>
            <p:cNvSpPr txBox="1"/>
            <p:nvPr/>
          </p:nvSpPr>
          <p:spPr>
            <a:xfrm>
              <a:off x="1549253" y="5003769"/>
              <a:ext cx="312906" cy="369332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s-ES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5</a:t>
              </a:r>
            </a:p>
          </p:txBody>
        </p:sp>
        <p:cxnSp>
          <p:nvCxnSpPr>
            <p:cNvPr id="33" name="32 Conector recto"/>
            <p:cNvCxnSpPr/>
            <p:nvPr/>
          </p:nvCxnSpPr>
          <p:spPr>
            <a:xfrm>
              <a:off x="1519089" y="6251446"/>
              <a:ext cx="396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29 Rectángulo"/>
          <p:cNvSpPr/>
          <p:nvPr/>
        </p:nvSpPr>
        <p:spPr>
          <a:xfrm>
            <a:off x="822448" y="1700808"/>
            <a:ext cx="1867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ackermann(2, 1)</a:t>
            </a:r>
            <a:endParaRPr lang="es-ES" dirty="0"/>
          </a:p>
        </p:txBody>
      </p:sp>
      <p:grpSp>
        <p:nvGrpSpPr>
          <p:cNvPr id="13" name="79 Grupo"/>
          <p:cNvGrpSpPr/>
          <p:nvPr/>
        </p:nvGrpSpPr>
        <p:grpSpPr>
          <a:xfrm>
            <a:off x="1115616" y="2020285"/>
            <a:ext cx="3700727" cy="338554"/>
            <a:chOff x="1115616" y="2073603"/>
            <a:chExt cx="3700727" cy="338554"/>
          </a:xfrm>
        </p:grpSpPr>
        <p:cxnSp>
          <p:nvCxnSpPr>
            <p:cNvPr id="16" name="15 Conector recto"/>
            <p:cNvCxnSpPr/>
            <p:nvPr/>
          </p:nvCxnSpPr>
          <p:spPr>
            <a:xfrm rot="5400000">
              <a:off x="1035141" y="2173155"/>
              <a:ext cx="180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17 Conector recto de flecha"/>
            <p:cNvCxnSpPr/>
            <p:nvPr/>
          </p:nvCxnSpPr>
          <p:spPr>
            <a:xfrm>
              <a:off x="1115616" y="2263635"/>
              <a:ext cx="28803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35 Rectángulo"/>
            <p:cNvSpPr/>
            <p:nvPr/>
          </p:nvSpPr>
          <p:spPr>
            <a:xfrm>
              <a:off x="1377581" y="2073603"/>
              <a:ext cx="34387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ackermann(1,</a:t>
              </a:r>
              <a:r>
                <a:rPr lang="en-U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sz="1600" dirty="0">
                  <a:solidFill>
                    <a:schemeClr val="tx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ackermann(2, 0)</a:t>
              </a:r>
              <a:r>
                <a:rPr lang="en-US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4" name="80 Grupo"/>
          <p:cNvGrpSpPr/>
          <p:nvPr/>
        </p:nvGrpSpPr>
        <p:grpSpPr>
          <a:xfrm>
            <a:off x="2826952" y="2368364"/>
            <a:ext cx="1867819" cy="635317"/>
            <a:chOff x="2826952" y="2421682"/>
            <a:chExt cx="1867819" cy="635317"/>
          </a:xfrm>
        </p:grpSpPr>
        <p:cxnSp>
          <p:nvCxnSpPr>
            <p:cNvPr id="20" name="19 Conector recto de flecha"/>
            <p:cNvCxnSpPr/>
            <p:nvPr/>
          </p:nvCxnSpPr>
          <p:spPr>
            <a:xfrm rot="5400000">
              <a:off x="3168638" y="2600908"/>
              <a:ext cx="360040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36 Rectángulo"/>
            <p:cNvSpPr/>
            <p:nvPr/>
          </p:nvSpPr>
          <p:spPr>
            <a:xfrm>
              <a:off x="2826952" y="2718445"/>
              <a:ext cx="18678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ackermann(1, 1)</a:t>
              </a:r>
              <a:endParaRPr lang="es-ES" sz="1600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38" name="37 Rectángulo"/>
          <p:cNvSpPr/>
          <p:nvPr/>
        </p:nvSpPr>
        <p:spPr>
          <a:xfrm>
            <a:off x="1377581" y="3951746"/>
            <a:ext cx="1867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ackermann(1, 3)</a:t>
            </a:r>
            <a:endParaRPr lang="es-ES" sz="1600" dirty="0"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5" name="82 Grupo"/>
          <p:cNvGrpSpPr/>
          <p:nvPr/>
        </p:nvGrpSpPr>
        <p:grpSpPr>
          <a:xfrm>
            <a:off x="1699093" y="4264281"/>
            <a:ext cx="3679169" cy="338554"/>
            <a:chOff x="1699093" y="4317599"/>
            <a:chExt cx="3679169" cy="338554"/>
          </a:xfrm>
        </p:grpSpPr>
        <p:cxnSp>
          <p:nvCxnSpPr>
            <p:cNvPr id="34" name="33 Conector recto"/>
            <p:cNvCxnSpPr/>
            <p:nvPr/>
          </p:nvCxnSpPr>
          <p:spPr>
            <a:xfrm rot="5400000">
              <a:off x="1618618" y="4414568"/>
              <a:ext cx="180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34 Conector recto de flecha"/>
            <p:cNvCxnSpPr/>
            <p:nvPr/>
          </p:nvCxnSpPr>
          <p:spPr>
            <a:xfrm>
              <a:off x="1699093" y="4505048"/>
              <a:ext cx="28803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38 Rectángulo"/>
            <p:cNvSpPr/>
            <p:nvPr/>
          </p:nvSpPr>
          <p:spPr>
            <a:xfrm>
              <a:off x="1939500" y="4317599"/>
              <a:ext cx="34387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ackermann(0, </a:t>
              </a:r>
              <a:r>
                <a:rPr lang="en-US" sz="16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ackermann(1, 2)</a:t>
              </a:r>
              <a:r>
                <a:rPr lang="en-US" sz="1600" dirty="0">
                  <a:solidFill>
                    <a:schemeClr val="tx1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16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17" name="83 Grupo"/>
          <p:cNvGrpSpPr/>
          <p:nvPr/>
        </p:nvGrpSpPr>
        <p:grpSpPr>
          <a:xfrm>
            <a:off x="3685110" y="4587857"/>
            <a:ext cx="3693912" cy="339752"/>
            <a:chOff x="3685110" y="4641175"/>
            <a:chExt cx="3693912" cy="339752"/>
          </a:xfrm>
        </p:grpSpPr>
        <p:cxnSp>
          <p:nvCxnSpPr>
            <p:cNvPr id="19" name="18 Conector recto"/>
            <p:cNvCxnSpPr/>
            <p:nvPr/>
          </p:nvCxnSpPr>
          <p:spPr>
            <a:xfrm rot="5400000">
              <a:off x="3604635" y="4731175"/>
              <a:ext cx="180000" cy="0"/>
            </a:xfrm>
            <a:prstGeom prst="line">
              <a:avLst/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24 Conector recto de flecha"/>
            <p:cNvCxnSpPr/>
            <p:nvPr/>
          </p:nvCxnSpPr>
          <p:spPr>
            <a:xfrm>
              <a:off x="3685110" y="4821655"/>
              <a:ext cx="288032" cy="1588"/>
            </a:xfrm>
            <a:prstGeom prst="straightConnector1">
              <a:avLst/>
            </a:prstGeom>
            <a:ln w="28575">
              <a:solidFill>
                <a:srgbClr val="FFC000"/>
              </a:solidFill>
              <a:tailEnd type="stealth" w="lg" len="lg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39 Rectángulo"/>
            <p:cNvSpPr/>
            <p:nvPr/>
          </p:nvSpPr>
          <p:spPr>
            <a:xfrm>
              <a:off x="3940260" y="4642373"/>
              <a:ext cx="343876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600" dirty="0">
                  <a:solidFill>
                    <a:srgbClr val="92D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ackermann(0,</a:t>
              </a:r>
              <a:r>
                <a:rPr lang="en-U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 </a:t>
              </a:r>
              <a:r>
                <a:rPr lang="en-US" sz="1600" dirty="0">
                  <a:solidFill>
                    <a:schemeClr val="accent5">
                      <a:lumMod val="60000"/>
                      <a:lumOff val="4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ackermann(1, 1)</a:t>
              </a:r>
              <a:r>
                <a:rPr lang="en-US" sz="1600" dirty="0">
                  <a:solidFill>
                    <a:srgbClr val="92D0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)</a:t>
              </a:r>
              <a:endParaRPr lang="es-ES" sz="16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41" name="40 Rectángulo"/>
          <p:cNvSpPr/>
          <p:nvPr/>
        </p:nvSpPr>
        <p:spPr>
          <a:xfrm>
            <a:off x="3940260" y="5679477"/>
            <a:ext cx="1867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ackermann(0, 3)</a:t>
            </a:r>
            <a:endParaRPr lang="es-ES" sz="16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41 Rectángulo"/>
          <p:cNvSpPr/>
          <p:nvPr/>
        </p:nvSpPr>
        <p:spPr>
          <a:xfrm>
            <a:off x="1934139" y="6008506"/>
            <a:ext cx="186781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tx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  <a:cs typeface="Consolas" pitchFamily="49" charset="0"/>
              </a:rPr>
              <a:t>ackermann(0, 4)</a:t>
            </a:r>
            <a:endParaRPr lang="es-ES" sz="1600" dirty="0">
              <a:solidFill>
                <a:schemeClr val="tx1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43" name="58 Grupo"/>
          <p:cNvGrpSpPr/>
          <p:nvPr/>
        </p:nvGrpSpPr>
        <p:grpSpPr>
          <a:xfrm>
            <a:off x="3232423" y="3015643"/>
            <a:ext cx="2664384" cy="955648"/>
            <a:chOff x="3143695" y="3068960"/>
            <a:chExt cx="4310249" cy="1293303"/>
          </a:xfrm>
        </p:grpSpPr>
        <p:grpSp>
          <p:nvGrpSpPr>
            <p:cNvPr id="46" name="42 Grupo"/>
            <p:cNvGrpSpPr/>
            <p:nvPr/>
          </p:nvGrpSpPr>
          <p:grpSpPr>
            <a:xfrm>
              <a:off x="5985083" y="3410694"/>
              <a:ext cx="343070" cy="369332"/>
              <a:chOff x="3779912" y="2421682"/>
              <a:chExt cx="343070" cy="369332"/>
            </a:xfrm>
          </p:grpSpPr>
          <p:cxnSp>
            <p:nvCxnSpPr>
              <p:cNvPr id="44" name="43 Conector recto de flecha"/>
              <p:cNvCxnSpPr/>
              <p:nvPr/>
            </p:nvCxnSpPr>
            <p:spPr>
              <a:xfrm rot="5400000">
                <a:off x="3600686" y="2600908"/>
                <a:ext cx="360040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stealth" w="lg" len="lg"/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44 CuadroTexto"/>
              <p:cNvSpPr txBox="1"/>
              <p:nvPr/>
            </p:nvSpPr>
            <p:spPr>
              <a:xfrm>
                <a:off x="3810076" y="2421682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2</a:t>
                </a:r>
              </a:p>
            </p:txBody>
          </p:sp>
        </p:grpSp>
        <p:grpSp>
          <p:nvGrpSpPr>
            <p:cNvPr id="50" name="45 Grupo"/>
            <p:cNvGrpSpPr/>
            <p:nvPr/>
          </p:nvGrpSpPr>
          <p:grpSpPr>
            <a:xfrm>
              <a:off x="3143695" y="3073754"/>
              <a:ext cx="396000" cy="1162938"/>
              <a:chOff x="938524" y="2084742"/>
              <a:chExt cx="396000" cy="1162938"/>
            </a:xfrm>
          </p:grpSpPr>
          <p:cxnSp>
            <p:nvCxnSpPr>
              <p:cNvPr id="47" name="46 Conector recto de flecha"/>
              <p:cNvCxnSpPr/>
              <p:nvPr/>
            </p:nvCxnSpPr>
            <p:spPr>
              <a:xfrm rot="5400000">
                <a:off x="372844" y="2659948"/>
                <a:ext cx="1152000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stealth" w="lg" len="lg"/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47 CuadroTexto"/>
              <p:cNvSpPr txBox="1"/>
              <p:nvPr/>
            </p:nvSpPr>
            <p:spPr>
              <a:xfrm>
                <a:off x="968688" y="2781722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cxnSp>
            <p:nvCxnSpPr>
              <p:cNvPr id="49" name="48 Conector recto"/>
              <p:cNvCxnSpPr/>
              <p:nvPr/>
            </p:nvCxnSpPr>
            <p:spPr>
              <a:xfrm>
                <a:off x="938524" y="3247680"/>
                <a:ext cx="39600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1" name="49 Grupo"/>
            <p:cNvGrpSpPr/>
            <p:nvPr/>
          </p:nvGrpSpPr>
          <p:grpSpPr>
            <a:xfrm>
              <a:off x="3320787" y="3068960"/>
              <a:ext cx="4133157" cy="335303"/>
              <a:chOff x="1115616" y="2079948"/>
              <a:chExt cx="4133157" cy="335303"/>
            </a:xfrm>
          </p:grpSpPr>
          <p:grpSp>
            <p:nvGrpSpPr>
              <p:cNvPr id="55" name="29 Grupo"/>
              <p:cNvGrpSpPr/>
              <p:nvPr/>
            </p:nvGrpSpPr>
            <p:grpSpPr>
              <a:xfrm>
                <a:off x="1115616" y="2083155"/>
                <a:ext cx="288032" cy="182068"/>
                <a:chOff x="1115616" y="2083155"/>
                <a:chExt cx="288032" cy="182068"/>
              </a:xfrm>
            </p:grpSpPr>
            <p:cxnSp>
              <p:nvCxnSpPr>
                <p:cNvPr id="53" name="52 Conector recto"/>
                <p:cNvCxnSpPr/>
                <p:nvPr/>
              </p:nvCxnSpPr>
              <p:spPr>
                <a:xfrm rot="5400000">
                  <a:off x="1035141" y="2173155"/>
                  <a:ext cx="180000" cy="0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  <a:tailEnd type="non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53 Conector recto de flecha"/>
                <p:cNvCxnSpPr/>
                <p:nvPr/>
              </p:nvCxnSpPr>
              <p:spPr>
                <a:xfrm>
                  <a:off x="1115616" y="2263635"/>
                  <a:ext cx="288032" cy="1588"/>
                </a:xfrm>
                <a:prstGeom prst="straightConnector1">
                  <a:avLst/>
                </a:prstGeom>
                <a:ln w="28575">
                  <a:solidFill>
                    <a:srgbClr val="FFC000"/>
                  </a:solidFill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2" name="51 Rectángulo"/>
              <p:cNvSpPr/>
              <p:nvPr/>
            </p:nvSpPr>
            <p:spPr>
              <a:xfrm>
                <a:off x="1385864" y="2079948"/>
                <a:ext cx="3862909" cy="335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rgbClr val="FFCC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ackermann(0, ackermann(1, 0))</a:t>
                </a:r>
                <a:endParaRPr lang="es-ES" sz="1200" dirty="0">
                  <a:solidFill>
                    <a:srgbClr val="FF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59" name="54 Grupo"/>
            <p:cNvGrpSpPr/>
            <p:nvPr/>
          </p:nvGrpSpPr>
          <p:grpSpPr>
            <a:xfrm>
              <a:off x="5024187" y="3410694"/>
              <a:ext cx="2128084" cy="632066"/>
              <a:chOff x="2819016" y="2421682"/>
              <a:chExt cx="2128084" cy="632066"/>
            </a:xfrm>
          </p:grpSpPr>
          <p:cxnSp>
            <p:nvCxnSpPr>
              <p:cNvPr id="56" name="55 Conector recto de flecha"/>
              <p:cNvCxnSpPr/>
              <p:nvPr/>
            </p:nvCxnSpPr>
            <p:spPr>
              <a:xfrm rot="5400000">
                <a:off x="3168638" y="2600908"/>
                <a:ext cx="360040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56 Rectángulo"/>
              <p:cNvSpPr/>
              <p:nvPr/>
            </p:nvSpPr>
            <p:spPr>
              <a:xfrm>
                <a:off x="2819016" y="2718445"/>
                <a:ext cx="2128084" cy="335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9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ackermann(0, 1)</a:t>
                </a:r>
                <a:endParaRPr lang="es-ES" sz="1200" dirty="0">
                  <a:solidFill>
                    <a:schemeClr val="tx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8" name="57 Rectángulo"/>
            <p:cNvSpPr/>
            <p:nvPr/>
          </p:nvSpPr>
          <p:spPr>
            <a:xfrm>
              <a:off x="3581510" y="4026961"/>
              <a:ext cx="2128084" cy="3353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FF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ackermann(0, 2)</a:t>
              </a:r>
              <a:endParaRPr lang="es-ES" sz="120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60" name="59 Grupo"/>
          <p:cNvGrpSpPr/>
          <p:nvPr/>
        </p:nvGrpSpPr>
        <p:grpSpPr>
          <a:xfrm>
            <a:off x="5896807" y="4887850"/>
            <a:ext cx="2664384" cy="955648"/>
            <a:chOff x="3143695" y="3068960"/>
            <a:chExt cx="4310249" cy="1293303"/>
          </a:xfrm>
        </p:grpSpPr>
        <p:grpSp>
          <p:nvGrpSpPr>
            <p:cNvPr id="61" name="60 Grupo"/>
            <p:cNvGrpSpPr/>
            <p:nvPr/>
          </p:nvGrpSpPr>
          <p:grpSpPr>
            <a:xfrm>
              <a:off x="5985083" y="3410694"/>
              <a:ext cx="343070" cy="369332"/>
              <a:chOff x="3779912" y="2421682"/>
              <a:chExt cx="343070" cy="369332"/>
            </a:xfrm>
          </p:grpSpPr>
          <p:cxnSp>
            <p:nvCxnSpPr>
              <p:cNvPr id="75" name="74 Conector recto de flecha"/>
              <p:cNvCxnSpPr/>
              <p:nvPr/>
            </p:nvCxnSpPr>
            <p:spPr>
              <a:xfrm rot="5400000">
                <a:off x="3600686" y="2600908"/>
                <a:ext cx="360040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stealth" w="lg" len="lg"/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75 CuadroTexto"/>
              <p:cNvSpPr txBox="1"/>
              <p:nvPr/>
            </p:nvSpPr>
            <p:spPr>
              <a:xfrm>
                <a:off x="3810076" y="2421682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2</a:t>
                </a:r>
              </a:p>
            </p:txBody>
          </p:sp>
        </p:grpSp>
        <p:grpSp>
          <p:nvGrpSpPr>
            <p:cNvPr id="62" name="61 Grupo"/>
            <p:cNvGrpSpPr/>
            <p:nvPr/>
          </p:nvGrpSpPr>
          <p:grpSpPr>
            <a:xfrm>
              <a:off x="3143695" y="3073754"/>
              <a:ext cx="396000" cy="1162938"/>
              <a:chOff x="938524" y="2084742"/>
              <a:chExt cx="396000" cy="1162938"/>
            </a:xfrm>
          </p:grpSpPr>
          <p:cxnSp>
            <p:nvCxnSpPr>
              <p:cNvPr id="72" name="71 Conector recto de flecha"/>
              <p:cNvCxnSpPr/>
              <p:nvPr/>
            </p:nvCxnSpPr>
            <p:spPr>
              <a:xfrm rot="5400000">
                <a:off x="372844" y="2659948"/>
                <a:ext cx="1152000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headEnd type="stealth" w="lg" len="lg"/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3" name="72 CuadroTexto"/>
              <p:cNvSpPr txBox="1"/>
              <p:nvPr/>
            </p:nvSpPr>
            <p:spPr>
              <a:xfrm>
                <a:off x="968688" y="2781722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es-ES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3</a:t>
                </a:r>
              </a:p>
            </p:txBody>
          </p:sp>
          <p:cxnSp>
            <p:nvCxnSpPr>
              <p:cNvPr id="74" name="73 Conector recto"/>
              <p:cNvCxnSpPr/>
              <p:nvPr/>
            </p:nvCxnSpPr>
            <p:spPr>
              <a:xfrm>
                <a:off x="938524" y="3247680"/>
                <a:ext cx="396000" cy="0"/>
              </a:xfrm>
              <a:prstGeom prst="line">
                <a:avLst/>
              </a:prstGeom>
              <a:ln w="28575">
                <a:solidFill>
                  <a:srgbClr val="FFC000"/>
                </a:solidFill>
                <a:tailEnd type="none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62 Grupo"/>
            <p:cNvGrpSpPr/>
            <p:nvPr/>
          </p:nvGrpSpPr>
          <p:grpSpPr>
            <a:xfrm>
              <a:off x="3320787" y="3068960"/>
              <a:ext cx="4133157" cy="335303"/>
              <a:chOff x="1115616" y="2079948"/>
              <a:chExt cx="4133157" cy="335303"/>
            </a:xfrm>
          </p:grpSpPr>
          <p:grpSp>
            <p:nvGrpSpPr>
              <p:cNvPr id="64" name="29 Grupo"/>
              <p:cNvGrpSpPr/>
              <p:nvPr/>
            </p:nvGrpSpPr>
            <p:grpSpPr>
              <a:xfrm>
                <a:off x="1115616" y="2083155"/>
                <a:ext cx="288032" cy="182068"/>
                <a:chOff x="1115616" y="2083155"/>
                <a:chExt cx="288032" cy="182068"/>
              </a:xfrm>
            </p:grpSpPr>
            <p:cxnSp>
              <p:nvCxnSpPr>
                <p:cNvPr id="70" name="69 Conector recto"/>
                <p:cNvCxnSpPr/>
                <p:nvPr/>
              </p:nvCxnSpPr>
              <p:spPr>
                <a:xfrm rot="5400000">
                  <a:off x="1035141" y="2173155"/>
                  <a:ext cx="180000" cy="0"/>
                </a:xfrm>
                <a:prstGeom prst="line">
                  <a:avLst/>
                </a:prstGeom>
                <a:ln w="28575">
                  <a:solidFill>
                    <a:srgbClr val="FFC000"/>
                  </a:solidFill>
                  <a:tailEnd type="none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70 Conector recto de flecha"/>
                <p:cNvCxnSpPr/>
                <p:nvPr/>
              </p:nvCxnSpPr>
              <p:spPr>
                <a:xfrm>
                  <a:off x="1115616" y="2263635"/>
                  <a:ext cx="288032" cy="1588"/>
                </a:xfrm>
                <a:prstGeom prst="straightConnector1">
                  <a:avLst/>
                </a:prstGeom>
                <a:ln w="28575">
                  <a:solidFill>
                    <a:srgbClr val="FFC000"/>
                  </a:solidFill>
                  <a:tailEnd type="stealth" w="lg" len="lg"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68 Rectángulo"/>
              <p:cNvSpPr/>
              <p:nvPr/>
            </p:nvSpPr>
            <p:spPr>
              <a:xfrm>
                <a:off x="1385864" y="2079948"/>
                <a:ext cx="3862909" cy="335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rgbClr val="FFCC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ackermann(0, ackermann(1, 0))</a:t>
                </a:r>
                <a:endParaRPr lang="es-ES" sz="1200" dirty="0">
                  <a:solidFill>
                    <a:srgbClr val="FF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68" name="63 Grupo"/>
            <p:cNvGrpSpPr/>
            <p:nvPr/>
          </p:nvGrpSpPr>
          <p:grpSpPr>
            <a:xfrm>
              <a:off x="5024187" y="3410694"/>
              <a:ext cx="2128084" cy="632066"/>
              <a:chOff x="2819016" y="2421682"/>
              <a:chExt cx="2128084" cy="632066"/>
            </a:xfrm>
          </p:grpSpPr>
          <p:cxnSp>
            <p:nvCxnSpPr>
              <p:cNvPr id="66" name="65 Conector recto de flecha"/>
              <p:cNvCxnSpPr/>
              <p:nvPr/>
            </p:nvCxnSpPr>
            <p:spPr>
              <a:xfrm rot="5400000">
                <a:off x="3168638" y="2600908"/>
                <a:ext cx="360040" cy="1588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stealth" w="lg" len="lg"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66 Rectángulo"/>
              <p:cNvSpPr/>
              <p:nvPr/>
            </p:nvSpPr>
            <p:spPr>
              <a:xfrm>
                <a:off x="2819016" y="2718445"/>
                <a:ext cx="2128084" cy="335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200" dirty="0">
                    <a:solidFill>
                      <a:schemeClr val="tx2">
                        <a:lumMod val="90000"/>
                      </a:schemeClr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itchFamily="49" charset="0"/>
                    <a:cs typeface="Consolas" pitchFamily="49" charset="0"/>
                  </a:rPr>
                  <a:t>ackermann(0, 1)</a:t>
                </a:r>
                <a:endParaRPr lang="es-ES" sz="1200" dirty="0">
                  <a:solidFill>
                    <a:schemeClr val="tx2">
                      <a:lumMod val="90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65" name="64 Rectángulo"/>
            <p:cNvSpPr/>
            <p:nvPr/>
          </p:nvSpPr>
          <p:spPr>
            <a:xfrm>
              <a:off x="3581510" y="4026961"/>
              <a:ext cx="2128084" cy="33530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dirty="0">
                  <a:solidFill>
                    <a:srgbClr val="FFCC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itchFamily="49" charset="0"/>
                  <a:cs typeface="Consolas" pitchFamily="49" charset="0"/>
                </a:rPr>
                <a:t>ackermann(0, 2)</a:t>
              </a:r>
              <a:endParaRPr lang="es-ES" sz="1200" dirty="0">
                <a:solidFill>
                  <a:srgbClr val="FFCC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77" name="5 Rectángulo"/>
          <p:cNvSpPr/>
          <p:nvPr/>
        </p:nvSpPr>
        <p:spPr>
          <a:xfrm>
            <a:off x="5419989" y="1239723"/>
            <a:ext cx="3328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1)	si m &gt; 0 y n = 0</a:t>
            </a:r>
          </a:p>
        </p:txBody>
      </p:sp>
      <p:sp>
        <p:nvSpPr>
          <p:cNvPr id="78" name="6 Rectángulo"/>
          <p:cNvSpPr/>
          <p:nvPr/>
        </p:nvSpPr>
        <p:spPr>
          <a:xfrm>
            <a:off x="4342942" y="1239723"/>
            <a:ext cx="9334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n)</a:t>
            </a:r>
          </a:p>
        </p:txBody>
      </p:sp>
      <p:sp>
        <p:nvSpPr>
          <p:cNvPr id="79" name="7 Rectángulo"/>
          <p:cNvSpPr/>
          <p:nvPr/>
        </p:nvSpPr>
        <p:spPr>
          <a:xfrm>
            <a:off x="5419989" y="941238"/>
            <a:ext cx="277864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514600">
              <a:tabLst>
                <a:tab pos="1980000" algn="l"/>
              </a:tabLst>
            </a:pP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 + 1	si m = 0</a:t>
            </a:r>
          </a:p>
        </p:txBody>
      </p:sp>
      <p:sp>
        <p:nvSpPr>
          <p:cNvPr id="80" name="8 Abrir llave"/>
          <p:cNvSpPr/>
          <p:nvPr/>
        </p:nvSpPr>
        <p:spPr>
          <a:xfrm>
            <a:off x="5242089" y="1051201"/>
            <a:ext cx="216000" cy="730445"/>
          </a:xfrm>
          <a:prstGeom prst="leftBrace">
            <a:avLst>
              <a:gd name="adj1" fmla="val 33898"/>
              <a:gd name="adj2" fmla="val 50000"/>
            </a:avLst>
          </a:prstGeom>
          <a:ln w="28575">
            <a:solidFill>
              <a:srgbClr val="FFC000"/>
            </a:solidFill>
            <a:tailEnd type="non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1" name="9 Rectángulo"/>
          <p:cNvSpPr/>
          <p:nvPr/>
        </p:nvSpPr>
        <p:spPr>
          <a:xfrm>
            <a:off x="5419989" y="1537047"/>
            <a:ext cx="33284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1980000" algn="l"/>
              </a:tabLst>
            </a:pP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(m-1, </a:t>
            </a:r>
            <a:r>
              <a:rPr lang="es-ES" sz="1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Ack</a:t>
            </a:r>
            <a:r>
              <a:rPr lang="es-E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(m, n-1))	si m &gt; 0 y n &gt; 0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41" grpId="0"/>
      <p:bldP spid="42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1025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433016" y="3044280"/>
            <a:ext cx="8278292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Ejemplos de algoritmos recursivos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Búsqueda binaria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Parte el problema en subproblemas más pequeños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Aplica el mismo proceso a cada subproblema</a:t>
            </a:r>
          </a:p>
          <a:p>
            <a:pPr lvl="1" indent="1588">
              <a:spcBef>
                <a:spcPts val="0"/>
              </a:spcBef>
              <a:spcAft>
                <a:spcPts val="1200"/>
              </a:spcAft>
              <a:buNone/>
            </a:pPr>
            <a:r>
              <a:rPr lang="es-ES" dirty="0"/>
              <a:t>Naturaleza recursiva (casos base: encontrado o no queda lista)</a:t>
            </a: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6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endParaRPr lang="es-ES" dirty="0">
              <a:solidFill>
                <a:prstClr val="white"/>
              </a:solidFill>
              <a:sym typeface="Wingdings" panose="05000000000000000000" pitchFamily="2" charset="2"/>
            </a:endParaRPr>
          </a:p>
          <a:p>
            <a:pPr marL="361950" lvl="1" indent="1588" defTabSz="1076325">
              <a:spcBef>
                <a:spcPts val="1200"/>
              </a:spcBef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None/>
            </a:pPr>
            <a:r>
              <a:rPr lang="es-ES" dirty="0">
                <a:solidFill>
                  <a:prstClr val="white"/>
                </a:solidFill>
                <a:sym typeface="Wingdings" panose="05000000000000000000" pitchFamily="2" charset="2"/>
              </a:rPr>
              <a:t> </a:t>
            </a:r>
            <a:r>
              <a:rPr lang="es-ES" dirty="0">
                <a:solidFill>
                  <a:prstClr val="white"/>
                </a:solidFill>
              </a:rPr>
              <a:t>La repetición se consigue con las llamadas recursivas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sp>
        <p:nvSpPr>
          <p:cNvPr id="7" name="Rectángulo 6"/>
          <p:cNvSpPr/>
          <p:nvPr/>
        </p:nvSpPr>
        <p:spPr>
          <a:xfrm>
            <a:off x="1043608" y="2348880"/>
            <a:ext cx="7056784" cy="3477875"/>
          </a:xfrm>
          <a:prstGeom prst="rect">
            <a:avLst/>
          </a:prstGeom>
          <a:solidFill>
            <a:schemeClr val="accent1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Partimos de la lista completa</a:t>
            </a:r>
          </a:p>
          <a:p>
            <a:pPr marL="361950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no queda lista... terminar (lista vacía: no encontrado)</a:t>
            </a:r>
          </a:p>
          <a:p>
            <a:pPr marL="361950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En caso contrario...</a:t>
            </a:r>
          </a:p>
          <a:p>
            <a:pPr marL="714375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Comprobar si el elemento en la mitad es el buscado</a:t>
            </a:r>
          </a:p>
          <a:p>
            <a:pPr marL="714375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es el buscado... terminar (encontrado)</a:t>
            </a:r>
          </a:p>
          <a:p>
            <a:pPr marL="714375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no...</a:t>
            </a:r>
          </a:p>
          <a:p>
            <a:pPr marL="1076325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el buscado es menor que el elemento mitad...</a:t>
            </a:r>
          </a:p>
          <a:p>
            <a:pPr marL="1438275" indent="1588">
              <a:buClr>
                <a:srgbClr val="04617B">
                  <a:lumMod val="20000"/>
                  <a:lumOff val="8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Repetir con la primera mitad de la lista</a:t>
            </a:r>
          </a:p>
          <a:p>
            <a:pPr marL="1076325" indent="1588">
              <a:buClr>
                <a:srgbClr val="0F6FC6">
                  <a:lumMod val="40000"/>
                  <a:lumOff val="6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Si el buscado es mayor que el elemento mitad...</a:t>
            </a:r>
          </a:p>
          <a:p>
            <a:pPr marL="1438275" indent="1588">
              <a:spcAft>
                <a:spcPts val="600"/>
              </a:spcAft>
              <a:buClr>
                <a:srgbClr val="0F6FC6">
                  <a:lumMod val="40000"/>
                  <a:lumOff val="60000"/>
                </a:srgbClr>
              </a:buClr>
              <a:buSzPct val="100000"/>
            </a:pPr>
            <a:r>
              <a:rPr lang="es-ES" sz="2200" i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Repetir con la segunda mitad de la lista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binaria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1027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Dos índices que indiquen el inicio y el final de la sublista:</a:t>
            </a:r>
          </a:p>
          <a:p>
            <a:pPr lvl="1" indent="1588">
              <a:spcBef>
                <a:spcPts val="1200"/>
              </a:spcBef>
              <a:spcAft>
                <a:spcPts val="1800"/>
              </a:spcAft>
              <a:buNone/>
            </a:pPr>
            <a:r>
              <a:rPr lang="es-ES" sz="20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  <a:cs typeface="Consolas" pitchFamily="49" charset="0"/>
              </a:rPr>
              <a:t> buscar(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tLista</a:t>
            </a:r>
            <a:r>
              <a:rPr lang="es-ES" sz="2000" dirty="0">
                <a:latin typeface="Consolas" pitchFamily="49" charset="0"/>
                <a:cs typeface="Consolas" pitchFamily="49" charset="0"/>
              </a:rPr>
              <a:t> lista,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  <a:cs typeface="Consolas" pitchFamily="49" charset="0"/>
              </a:rPr>
              <a:t> buscado,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  <a:cs typeface="Consolas" pitchFamily="49" charset="0"/>
              </a:rPr>
              <a:t> ini, </a:t>
            </a:r>
            <a:r>
              <a:rPr lang="es-ES" sz="20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2000" dirty="0">
                <a:latin typeface="Consolas" pitchFamily="49" charset="0"/>
                <a:cs typeface="Consolas" pitchFamily="49" charset="0"/>
              </a:rPr>
              <a:t> fin)</a:t>
            </a:r>
            <a:br>
              <a:rPr lang="es-ES" sz="2000" dirty="0">
                <a:latin typeface="Consolas" pitchFamily="49" charset="0"/>
                <a:cs typeface="Consolas" pitchFamily="49" charset="0"/>
              </a:rPr>
            </a:br>
            <a:r>
              <a:rPr lang="es-ES" sz="2000" dirty="0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// Devuelve el índice (0, 1, ...) o -1 si no está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¿Cuáles son los casos base?</a:t>
            </a:r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SzPct val="100000"/>
              <a:buFont typeface="Wingdings 2" pitchFamily="18" charset="2"/>
              <a:buChar char=""/>
            </a:pPr>
            <a:r>
              <a:rPr lang="es-ES" dirty="0"/>
              <a:t>Que ya no quede sublista (</a:t>
            </a:r>
            <a:r>
              <a:rPr lang="es-ES" dirty="0">
                <a:latin typeface="Consolas" pitchFamily="49" charset="0"/>
                <a:cs typeface="Consolas" pitchFamily="49" charset="0"/>
              </a:rPr>
              <a:t>ini &gt; fin</a:t>
            </a:r>
            <a:r>
              <a:rPr lang="es-ES" dirty="0"/>
              <a:t>) </a:t>
            </a:r>
            <a:r>
              <a:rPr lang="es-ES" dirty="0">
                <a:sym typeface="Wingdings" pitchFamily="2" charset="2"/>
              </a:rPr>
              <a:t> No encontrado</a:t>
            </a:r>
            <a:endParaRPr lang="es-ES" dirty="0"/>
          </a:p>
          <a:p>
            <a:pPr marL="714375" lvl="1" indent="-352425">
              <a:spcBef>
                <a:spcPts val="0"/>
              </a:spcBef>
              <a:spcAft>
                <a:spcPts val="600"/>
              </a:spcAft>
              <a:buSzPct val="100000"/>
              <a:buFont typeface="Wingdings 2" pitchFamily="18" charset="2"/>
              <a:buChar char=""/>
            </a:pPr>
            <a:r>
              <a:rPr lang="es-ES" dirty="0"/>
              <a:t>Que se encuentre el elemento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Búsqueda binaria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buscar(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tLista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lista,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buscado,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ini,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fin)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pos =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-1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(ini &lt;= fin)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mitad = (ini + fin) /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2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(buscado ==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lista.elementos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[mitad])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   pos = mitad;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else if 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(buscado &lt;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lista.elementos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[mitad])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   pos = buscar(lista, buscado, ini, mitad -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else 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   pos = buscar(lista, buscado, mitad +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, fin);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pos;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endParaRPr lang="es-ES" sz="16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>
                <a:cs typeface="Consolas" pitchFamily="49" charset="0"/>
              </a:rPr>
              <a:t>Llamada: 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pos = buscar(lista, valor,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lista.cont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-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);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0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Las </a:t>
            </a:r>
            <a:r>
              <a:rPr lang="es-ES" i="1" dirty="0"/>
              <a:t>Torres de Hanoi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1029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Cuenta una leyenda que en un templo de Hanoi se dispusieron tres pilares de diamante y en uno de ellos 64 discos de oro, de distintos tamaños y colocados por orden de tamaño con el mayor debajo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i="1" dirty="0"/>
              <a:t>Cada monje, en su turno, debía mover un único disco de un pilar </a:t>
            </a:r>
            <a:br>
              <a:rPr lang="es-ES" i="1" dirty="0"/>
            </a:br>
            <a:r>
              <a:rPr lang="es-ES" i="1" dirty="0"/>
              <a:t>a otro, para con el tiempo conseguir entre todos llevar la torre del pilar inicial a uno de los otros dos; respetando una única regla: nunca poner un disco sobre otro de menor tamaño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Cuando lo hayan conseguido, ¡se acabará el mundo!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1800" dirty="0"/>
              <a:t>[Se requieren al menos 2</a:t>
            </a:r>
            <a:r>
              <a:rPr lang="es-ES" sz="1800" baseline="30000" dirty="0"/>
              <a:t>64</a:t>
            </a:r>
            <a:r>
              <a:rPr lang="es-ES" sz="1800" dirty="0"/>
              <a:t>-1 movimientos; si se hiciera uno por segundo,</a:t>
            </a:r>
            <a:br>
              <a:rPr lang="es-ES" sz="1800" dirty="0"/>
            </a:br>
            <a:r>
              <a:rPr lang="es-ES" sz="1800" dirty="0"/>
              <a:t>se terminaría en más de 500 mil millones de años]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3080636" y="2185596"/>
            <a:ext cx="2982740" cy="1599729"/>
            <a:chOff x="3080636" y="2564904"/>
            <a:chExt cx="2982740" cy="1599729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3143250" y="2564904"/>
              <a:ext cx="2857500" cy="125730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8" name="7 CuadroTexto"/>
            <p:cNvSpPr txBox="1"/>
            <p:nvPr/>
          </p:nvSpPr>
          <p:spPr>
            <a:xfrm>
              <a:off x="3080636" y="3856856"/>
              <a:ext cx="298274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Torre de ocho discos (wikipedia.org)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Las </a:t>
            </a:r>
            <a:r>
              <a:rPr lang="es-ES" i="1" dirty="0"/>
              <a:t>Torres de Hanoi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Queremos resolver el </a:t>
            </a:r>
            <a:r>
              <a:rPr lang="es-ES" i="1" dirty="0"/>
              <a:t>juego</a:t>
            </a:r>
            <a:r>
              <a:rPr lang="es-ES" dirty="0"/>
              <a:t> en el menor número de pasos posible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¿Qué disco hay que mover en cada paso y a dónde?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Identifiquemos los elementos (torre de cuatro discos):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Cada pilar se identifica con una letra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Mover del pilar X al pilar Y: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pc="-20" dirty="0"/>
              <a:t>Coger el disco superior de X y ponerlo encima de los que haya en Y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2555776" y="2450681"/>
            <a:ext cx="4032448" cy="1380574"/>
            <a:chOff x="2339752" y="3140968"/>
            <a:chExt cx="4032448" cy="1380574"/>
          </a:xfrm>
        </p:grpSpPr>
        <p:cxnSp>
          <p:nvCxnSpPr>
            <p:cNvPr id="9" name="8 Conector recto"/>
            <p:cNvCxnSpPr/>
            <p:nvPr/>
          </p:nvCxnSpPr>
          <p:spPr>
            <a:xfrm rot="5400000" flipH="1" flipV="1">
              <a:off x="2555776" y="3645024"/>
              <a:ext cx="1008112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9 Conector recto"/>
            <p:cNvCxnSpPr/>
            <p:nvPr/>
          </p:nvCxnSpPr>
          <p:spPr>
            <a:xfrm rot="5400000" flipH="1" flipV="1">
              <a:off x="3851920" y="3645024"/>
              <a:ext cx="1008112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11 Conector recto"/>
            <p:cNvCxnSpPr/>
            <p:nvPr/>
          </p:nvCxnSpPr>
          <p:spPr>
            <a:xfrm rot="5400000" flipH="1" flipV="1">
              <a:off x="5148064" y="3645024"/>
              <a:ext cx="1008112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6 Rectángulo"/>
            <p:cNvSpPr/>
            <p:nvPr/>
          </p:nvSpPr>
          <p:spPr>
            <a:xfrm>
              <a:off x="2339752" y="4149080"/>
              <a:ext cx="4032448" cy="72008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2584351" y="3933056"/>
              <a:ext cx="936104" cy="216024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2639405" y="3717032"/>
              <a:ext cx="828092" cy="216024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14 Rectángulo"/>
            <p:cNvSpPr/>
            <p:nvPr/>
          </p:nvSpPr>
          <p:spPr>
            <a:xfrm>
              <a:off x="2708176" y="3501008"/>
              <a:ext cx="691505" cy="216024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6" name="15 Rectángulo"/>
            <p:cNvSpPr/>
            <p:nvPr/>
          </p:nvSpPr>
          <p:spPr>
            <a:xfrm>
              <a:off x="2775992" y="3284984"/>
              <a:ext cx="547489" cy="216024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0" name="19 CuadroTexto"/>
            <p:cNvSpPr txBox="1"/>
            <p:nvPr/>
          </p:nvSpPr>
          <p:spPr>
            <a:xfrm>
              <a:off x="2903379" y="4182988"/>
              <a:ext cx="312906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21" name="20 CuadroTexto"/>
            <p:cNvSpPr txBox="1"/>
            <p:nvPr/>
          </p:nvSpPr>
          <p:spPr>
            <a:xfrm>
              <a:off x="4201125" y="4182988"/>
              <a:ext cx="309700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22" name="21 CuadroTexto"/>
            <p:cNvSpPr txBox="1"/>
            <p:nvPr/>
          </p:nvSpPr>
          <p:spPr>
            <a:xfrm>
              <a:off x="5502079" y="4182988"/>
              <a:ext cx="300082" cy="338554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indent="1588"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Las </a:t>
            </a:r>
            <a:r>
              <a:rPr lang="es-ES" i="1" dirty="0"/>
              <a:t>Torres de Hanoi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1031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Resolución del problema en base</a:t>
            </a:r>
            <a:br>
              <a:rPr lang="es-ES" dirty="0"/>
            </a:br>
            <a:r>
              <a:rPr lang="es-ES" dirty="0"/>
              <a:t>a problemas más pequeños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 discos del pilar A al pilar C: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N-1 discos del pilar A al pilar B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el disco del pilar A al pilar C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N-1 discos del pilar B al pilar C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Para llevar N discos de un pilar </a:t>
            </a:r>
            <a:r>
              <a:rPr lang="es-ES" i="1" dirty="0"/>
              <a:t>origen</a:t>
            </a:r>
            <a:r>
              <a:rPr lang="es-ES" dirty="0"/>
              <a:t> a</a:t>
            </a:r>
            <a:br>
              <a:rPr lang="es-ES" dirty="0"/>
            </a:br>
            <a:r>
              <a:rPr lang="es-ES" dirty="0"/>
              <a:t>otro </a:t>
            </a:r>
            <a:r>
              <a:rPr lang="es-ES" i="1" dirty="0"/>
              <a:t>destino</a:t>
            </a:r>
            <a:r>
              <a:rPr lang="es-ES" dirty="0"/>
              <a:t> se usa el tercero como </a:t>
            </a:r>
            <a:r>
              <a:rPr lang="es-ES" i="1" dirty="0"/>
              <a:t>auxiliar</a:t>
            </a:r>
            <a:endParaRPr lang="es-ES" dirty="0"/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N-1 discos del </a:t>
            </a:r>
            <a:r>
              <a:rPr lang="es-ES" i="1" dirty="0"/>
              <a:t>origen</a:t>
            </a:r>
            <a:r>
              <a:rPr lang="es-ES" dirty="0"/>
              <a:t> al </a:t>
            </a:r>
            <a:r>
              <a:rPr lang="es-ES" i="1" dirty="0"/>
              <a:t>auxiliar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el disco del </a:t>
            </a:r>
            <a:r>
              <a:rPr lang="es-ES" i="1" dirty="0"/>
              <a:t>origen</a:t>
            </a:r>
            <a:r>
              <a:rPr lang="es-ES" dirty="0"/>
              <a:t> al </a:t>
            </a:r>
            <a:r>
              <a:rPr lang="es-ES" i="1" dirty="0"/>
              <a:t>destino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N-1 discos del </a:t>
            </a:r>
            <a:r>
              <a:rPr lang="es-ES" i="1" dirty="0"/>
              <a:t>auxiliar</a:t>
            </a:r>
            <a:r>
              <a:rPr lang="es-ES" dirty="0"/>
              <a:t> al </a:t>
            </a:r>
            <a:r>
              <a:rPr lang="es-ES" i="1" dirty="0"/>
              <a:t>destino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6280488" y="1434804"/>
            <a:ext cx="2467976" cy="914076"/>
            <a:chOff x="6208480" y="1434804"/>
            <a:chExt cx="2467976" cy="914076"/>
          </a:xfrm>
        </p:grpSpPr>
        <p:cxnSp>
          <p:nvCxnSpPr>
            <p:cNvPr id="6" name="5 Conector recto"/>
            <p:cNvCxnSpPr/>
            <p:nvPr/>
          </p:nvCxnSpPr>
          <p:spPr>
            <a:xfrm rot="5400000" flipH="1" flipV="1">
              <a:off x="6315455" y="176853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6 Conector recto"/>
            <p:cNvCxnSpPr/>
            <p:nvPr/>
          </p:nvCxnSpPr>
          <p:spPr>
            <a:xfrm rot="5400000" flipH="1" flipV="1">
              <a:off x="7108733" y="176853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Conector recto"/>
            <p:cNvCxnSpPr/>
            <p:nvPr/>
          </p:nvCxnSpPr>
          <p:spPr>
            <a:xfrm rot="5400000" flipH="1" flipV="1">
              <a:off x="7902011" y="176853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Rectángulo"/>
            <p:cNvSpPr/>
            <p:nvPr/>
          </p:nvSpPr>
          <p:spPr>
            <a:xfrm>
              <a:off x="6208480" y="2102273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6358182" y="1959244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391876" y="1816215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6433966" y="1673186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6475472" y="1530157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6553436" y="2124724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7347695" y="2124724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8143917" y="2124724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</p:grpSp>
      <p:grpSp>
        <p:nvGrpSpPr>
          <p:cNvPr id="18" name="Grupo 17"/>
          <p:cNvGrpSpPr/>
          <p:nvPr/>
        </p:nvGrpSpPr>
        <p:grpSpPr>
          <a:xfrm>
            <a:off x="6280488" y="2545507"/>
            <a:ext cx="2467976" cy="914076"/>
            <a:chOff x="6208480" y="2545507"/>
            <a:chExt cx="2467976" cy="914076"/>
          </a:xfrm>
        </p:grpSpPr>
        <p:cxnSp>
          <p:nvCxnSpPr>
            <p:cNvPr id="19" name="18 Conector recto"/>
            <p:cNvCxnSpPr/>
            <p:nvPr/>
          </p:nvCxnSpPr>
          <p:spPr>
            <a:xfrm rot="5400000" flipH="1" flipV="1">
              <a:off x="6315455" y="287924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5400000" flipH="1" flipV="1">
              <a:off x="7108733" y="287924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 flipV="1">
              <a:off x="7902011" y="287924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21 Rectángulo"/>
            <p:cNvSpPr/>
            <p:nvPr/>
          </p:nvSpPr>
          <p:spPr>
            <a:xfrm>
              <a:off x="6208480" y="3212976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23" name="22 Rectángulo"/>
            <p:cNvSpPr/>
            <p:nvPr/>
          </p:nvSpPr>
          <p:spPr>
            <a:xfrm>
              <a:off x="6358182" y="3069947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4" name="23 Rectángulo"/>
            <p:cNvSpPr/>
            <p:nvPr/>
          </p:nvSpPr>
          <p:spPr>
            <a:xfrm>
              <a:off x="7189058" y="3069948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5" name="24 Rectángulo"/>
            <p:cNvSpPr/>
            <p:nvPr/>
          </p:nvSpPr>
          <p:spPr>
            <a:xfrm>
              <a:off x="7231148" y="2926919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6" name="25 Rectángulo"/>
            <p:cNvSpPr/>
            <p:nvPr/>
          </p:nvSpPr>
          <p:spPr>
            <a:xfrm>
              <a:off x="7272654" y="2783890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6553436" y="3235427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7347695" y="3235427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8143917" y="3235427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</p:grpSp>
      <p:grpSp>
        <p:nvGrpSpPr>
          <p:cNvPr id="53" name="Grupo 52"/>
          <p:cNvGrpSpPr/>
          <p:nvPr/>
        </p:nvGrpSpPr>
        <p:grpSpPr>
          <a:xfrm>
            <a:off x="6280488" y="3625627"/>
            <a:ext cx="2467976" cy="914076"/>
            <a:chOff x="6208480" y="3625627"/>
            <a:chExt cx="2467976" cy="914076"/>
          </a:xfrm>
        </p:grpSpPr>
        <p:cxnSp>
          <p:nvCxnSpPr>
            <p:cNvPr id="30" name="29 Conector recto"/>
            <p:cNvCxnSpPr/>
            <p:nvPr/>
          </p:nvCxnSpPr>
          <p:spPr>
            <a:xfrm rot="5400000" flipH="1" flipV="1">
              <a:off x="6315455" y="395936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 rot="5400000" flipH="1" flipV="1">
              <a:off x="7108733" y="395936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"/>
            <p:cNvCxnSpPr/>
            <p:nvPr/>
          </p:nvCxnSpPr>
          <p:spPr>
            <a:xfrm rot="5400000" flipH="1" flipV="1">
              <a:off x="7902011" y="395936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32 Rectángulo"/>
            <p:cNvSpPr/>
            <p:nvPr/>
          </p:nvSpPr>
          <p:spPr>
            <a:xfrm>
              <a:off x="6208480" y="4293096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34" name="33 Rectángulo"/>
            <p:cNvSpPr/>
            <p:nvPr/>
          </p:nvSpPr>
          <p:spPr>
            <a:xfrm>
              <a:off x="7949283" y="4150068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" name="34 Rectángulo"/>
            <p:cNvSpPr/>
            <p:nvPr/>
          </p:nvSpPr>
          <p:spPr>
            <a:xfrm>
              <a:off x="7189058" y="4150067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35 Rectángulo"/>
            <p:cNvSpPr/>
            <p:nvPr/>
          </p:nvSpPr>
          <p:spPr>
            <a:xfrm>
              <a:off x="7231148" y="4007038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36 Rectángulo"/>
            <p:cNvSpPr/>
            <p:nvPr/>
          </p:nvSpPr>
          <p:spPr>
            <a:xfrm>
              <a:off x="7272654" y="3864009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6553436" y="4315547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39" name="38 CuadroTexto"/>
            <p:cNvSpPr txBox="1"/>
            <p:nvPr/>
          </p:nvSpPr>
          <p:spPr>
            <a:xfrm>
              <a:off x="7347695" y="4315547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8143917" y="4315547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</p:grpSp>
      <p:grpSp>
        <p:nvGrpSpPr>
          <p:cNvPr id="54" name="Grupo 53"/>
          <p:cNvGrpSpPr/>
          <p:nvPr/>
        </p:nvGrpSpPr>
        <p:grpSpPr>
          <a:xfrm>
            <a:off x="6280488" y="4675164"/>
            <a:ext cx="2467976" cy="914076"/>
            <a:chOff x="6208480" y="4675164"/>
            <a:chExt cx="2467976" cy="914076"/>
          </a:xfrm>
        </p:grpSpPr>
        <p:cxnSp>
          <p:nvCxnSpPr>
            <p:cNvPr id="41" name="40 Conector recto"/>
            <p:cNvCxnSpPr/>
            <p:nvPr/>
          </p:nvCxnSpPr>
          <p:spPr>
            <a:xfrm rot="5400000" flipH="1" flipV="1">
              <a:off x="6315455" y="500889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"/>
            <p:cNvCxnSpPr/>
            <p:nvPr/>
          </p:nvCxnSpPr>
          <p:spPr>
            <a:xfrm rot="5400000" flipH="1" flipV="1">
              <a:off x="7108733" y="500889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"/>
            <p:cNvCxnSpPr/>
            <p:nvPr/>
          </p:nvCxnSpPr>
          <p:spPr>
            <a:xfrm rot="5400000" flipH="1" flipV="1">
              <a:off x="7902011" y="500889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43 Rectángulo"/>
            <p:cNvSpPr/>
            <p:nvPr/>
          </p:nvSpPr>
          <p:spPr>
            <a:xfrm>
              <a:off x="6208480" y="5342633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45" name="44 Rectángulo"/>
            <p:cNvSpPr/>
            <p:nvPr/>
          </p:nvSpPr>
          <p:spPr>
            <a:xfrm>
              <a:off x="7959517" y="5199604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6" name="45 Rectángulo"/>
            <p:cNvSpPr/>
            <p:nvPr/>
          </p:nvSpPr>
          <p:spPr>
            <a:xfrm>
              <a:off x="7993211" y="5056575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7" name="46 Rectángulo"/>
            <p:cNvSpPr/>
            <p:nvPr/>
          </p:nvSpPr>
          <p:spPr>
            <a:xfrm>
              <a:off x="8035301" y="4913546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8" name="47 Rectángulo"/>
            <p:cNvSpPr/>
            <p:nvPr/>
          </p:nvSpPr>
          <p:spPr>
            <a:xfrm>
              <a:off x="8076807" y="4770517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6553436" y="5365084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7347695" y="5365084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8143917" y="5365084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</p:grpSp>
      <p:sp>
        <p:nvSpPr>
          <p:cNvPr id="52" name="51 CuadroTexto"/>
          <p:cNvSpPr txBox="1"/>
          <p:nvPr/>
        </p:nvSpPr>
        <p:spPr>
          <a:xfrm>
            <a:off x="6399754" y="980728"/>
            <a:ext cx="2229456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Mover 4 discos de A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10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</a:t>
            </a:r>
            <a:r>
              <a:rPr lang="es-ES" i="1" dirty="0"/>
              <a:t>Torres de Hanoi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1032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N-1 discos se hace igual, pero</a:t>
            </a:r>
            <a:br>
              <a:rPr lang="es-ES" dirty="0"/>
            </a:br>
            <a:r>
              <a:rPr lang="es-ES" dirty="0"/>
              <a:t>usando ahora otros origen y destino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N-1 discos del pilar A al pilar B: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N-2 discos del pilar A al pilar C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el disco del pilar A al pilar B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Mover N-2 discos del pilar C al pilar B</a:t>
            </a:r>
          </a:p>
          <a:p>
            <a:pPr lvl="1" indent="1588">
              <a:spcBef>
                <a:spcPts val="1200"/>
              </a:spcBef>
              <a:spcAft>
                <a:spcPts val="600"/>
              </a:spcAft>
              <a:buNone/>
            </a:pPr>
            <a:r>
              <a:rPr lang="es-ES" dirty="0"/>
              <a:t>Naturaleza recursiva de la solución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</p:txBody>
      </p:sp>
      <p:grpSp>
        <p:nvGrpSpPr>
          <p:cNvPr id="18" name="Grupo 17"/>
          <p:cNvGrpSpPr/>
          <p:nvPr/>
        </p:nvGrpSpPr>
        <p:grpSpPr>
          <a:xfrm>
            <a:off x="6280488" y="1434804"/>
            <a:ext cx="2467976" cy="914076"/>
            <a:chOff x="6280488" y="1434804"/>
            <a:chExt cx="2467976" cy="914076"/>
          </a:xfrm>
        </p:grpSpPr>
        <p:cxnSp>
          <p:nvCxnSpPr>
            <p:cNvPr id="6" name="5 Conector recto"/>
            <p:cNvCxnSpPr/>
            <p:nvPr/>
          </p:nvCxnSpPr>
          <p:spPr>
            <a:xfrm rot="5400000" flipH="1" flipV="1">
              <a:off x="6387463" y="176853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6 Conector recto"/>
            <p:cNvCxnSpPr/>
            <p:nvPr/>
          </p:nvCxnSpPr>
          <p:spPr>
            <a:xfrm rot="5400000" flipH="1" flipV="1">
              <a:off x="7180741" y="176853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7 Conector recto"/>
            <p:cNvCxnSpPr/>
            <p:nvPr/>
          </p:nvCxnSpPr>
          <p:spPr>
            <a:xfrm rot="5400000" flipH="1" flipV="1">
              <a:off x="7974019" y="176853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8 Rectángulo"/>
            <p:cNvSpPr/>
            <p:nvPr/>
          </p:nvSpPr>
          <p:spPr>
            <a:xfrm>
              <a:off x="6280488" y="2102273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10" name="9 Rectángulo"/>
            <p:cNvSpPr/>
            <p:nvPr/>
          </p:nvSpPr>
          <p:spPr>
            <a:xfrm>
              <a:off x="6430190" y="1959244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11 Rectángulo"/>
            <p:cNvSpPr/>
            <p:nvPr/>
          </p:nvSpPr>
          <p:spPr>
            <a:xfrm>
              <a:off x="6463884" y="1816215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12 Rectángulo"/>
            <p:cNvSpPr/>
            <p:nvPr/>
          </p:nvSpPr>
          <p:spPr>
            <a:xfrm>
              <a:off x="6505974" y="1673186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13 Rectángulo"/>
            <p:cNvSpPr/>
            <p:nvPr/>
          </p:nvSpPr>
          <p:spPr>
            <a:xfrm>
              <a:off x="6547480" y="1530157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14 CuadroTexto"/>
            <p:cNvSpPr txBox="1"/>
            <p:nvPr/>
          </p:nvSpPr>
          <p:spPr>
            <a:xfrm>
              <a:off x="6625444" y="2124724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16" name="15 CuadroTexto"/>
            <p:cNvSpPr txBox="1"/>
            <p:nvPr/>
          </p:nvSpPr>
          <p:spPr>
            <a:xfrm>
              <a:off x="7419703" y="2124724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17" name="16 CuadroTexto"/>
            <p:cNvSpPr txBox="1"/>
            <p:nvPr/>
          </p:nvSpPr>
          <p:spPr>
            <a:xfrm>
              <a:off x="8215925" y="2124724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</p:grpSp>
      <p:grpSp>
        <p:nvGrpSpPr>
          <p:cNvPr id="24" name="Grupo 23"/>
          <p:cNvGrpSpPr/>
          <p:nvPr/>
        </p:nvGrpSpPr>
        <p:grpSpPr>
          <a:xfrm>
            <a:off x="6280488" y="2545507"/>
            <a:ext cx="2467976" cy="914076"/>
            <a:chOff x="6280488" y="2545507"/>
            <a:chExt cx="2467976" cy="914076"/>
          </a:xfrm>
        </p:grpSpPr>
        <p:cxnSp>
          <p:nvCxnSpPr>
            <p:cNvPr id="19" name="18 Conector recto"/>
            <p:cNvCxnSpPr/>
            <p:nvPr/>
          </p:nvCxnSpPr>
          <p:spPr>
            <a:xfrm rot="5400000" flipH="1" flipV="1">
              <a:off x="6387463" y="287924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19 Conector recto"/>
            <p:cNvCxnSpPr/>
            <p:nvPr/>
          </p:nvCxnSpPr>
          <p:spPr>
            <a:xfrm rot="5400000" flipH="1" flipV="1">
              <a:off x="7180741" y="287924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20 Conector recto"/>
            <p:cNvCxnSpPr/>
            <p:nvPr/>
          </p:nvCxnSpPr>
          <p:spPr>
            <a:xfrm rot="5400000" flipH="1" flipV="1">
              <a:off x="7974019" y="287924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21 Rectángulo"/>
            <p:cNvSpPr/>
            <p:nvPr/>
          </p:nvSpPr>
          <p:spPr>
            <a:xfrm>
              <a:off x="6280488" y="3212976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23" name="22 Rectángulo"/>
            <p:cNvSpPr/>
            <p:nvPr/>
          </p:nvSpPr>
          <p:spPr>
            <a:xfrm>
              <a:off x="6430190" y="3069947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27" name="26 CuadroTexto"/>
            <p:cNvSpPr txBox="1"/>
            <p:nvPr/>
          </p:nvSpPr>
          <p:spPr>
            <a:xfrm>
              <a:off x="6625444" y="3235427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28" name="27 CuadroTexto"/>
            <p:cNvSpPr txBox="1"/>
            <p:nvPr/>
          </p:nvSpPr>
          <p:spPr>
            <a:xfrm>
              <a:off x="7419703" y="3235427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29" name="28 CuadroTexto"/>
            <p:cNvSpPr txBox="1"/>
            <p:nvPr/>
          </p:nvSpPr>
          <p:spPr>
            <a:xfrm>
              <a:off x="8215925" y="3235427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  <p:sp>
          <p:nvSpPr>
            <p:cNvPr id="35" name="34 Rectángulo"/>
            <p:cNvSpPr/>
            <p:nvPr/>
          </p:nvSpPr>
          <p:spPr>
            <a:xfrm>
              <a:off x="6463884" y="2926918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6" name="35 Rectángulo"/>
            <p:cNvSpPr/>
            <p:nvPr/>
          </p:nvSpPr>
          <p:spPr>
            <a:xfrm>
              <a:off x="8098707" y="3069947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7" name="36 Rectángulo"/>
            <p:cNvSpPr/>
            <p:nvPr/>
          </p:nvSpPr>
          <p:spPr>
            <a:xfrm>
              <a:off x="8140213" y="2926918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5" name="Grupo 24"/>
          <p:cNvGrpSpPr/>
          <p:nvPr/>
        </p:nvGrpSpPr>
        <p:grpSpPr>
          <a:xfrm>
            <a:off x="6280488" y="3625627"/>
            <a:ext cx="2467976" cy="914076"/>
            <a:chOff x="6280488" y="3625627"/>
            <a:chExt cx="2467976" cy="914076"/>
          </a:xfrm>
        </p:grpSpPr>
        <p:cxnSp>
          <p:nvCxnSpPr>
            <p:cNvPr id="30" name="29 Conector recto"/>
            <p:cNvCxnSpPr/>
            <p:nvPr/>
          </p:nvCxnSpPr>
          <p:spPr>
            <a:xfrm rot="5400000" flipH="1" flipV="1">
              <a:off x="6387463" y="395936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30 Conector recto"/>
            <p:cNvCxnSpPr/>
            <p:nvPr/>
          </p:nvCxnSpPr>
          <p:spPr>
            <a:xfrm rot="5400000" flipH="1" flipV="1">
              <a:off x="7180741" y="395936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31 Conector recto"/>
            <p:cNvCxnSpPr/>
            <p:nvPr/>
          </p:nvCxnSpPr>
          <p:spPr>
            <a:xfrm rot="5400000" flipH="1" flipV="1">
              <a:off x="7974019" y="3959362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32 Rectángulo"/>
            <p:cNvSpPr/>
            <p:nvPr/>
          </p:nvSpPr>
          <p:spPr>
            <a:xfrm>
              <a:off x="6280488" y="4293096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34" name="33 Rectángulo"/>
            <p:cNvSpPr/>
            <p:nvPr/>
          </p:nvSpPr>
          <p:spPr>
            <a:xfrm>
              <a:off x="6434683" y="4150068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8" name="37 CuadroTexto"/>
            <p:cNvSpPr txBox="1"/>
            <p:nvPr/>
          </p:nvSpPr>
          <p:spPr>
            <a:xfrm>
              <a:off x="6625444" y="4315547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39" name="38 CuadroTexto"/>
            <p:cNvSpPr txBox="1"/>
            <p:nvPr/>
          </p:nvSpPr>
          <p:spPr>
            <a:xfrm>
              <a:off x="7419703" y="4315547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40" name="39 CuadroTexto"/>
            <p:cNvSpPr txBox="1"/>
            <p:nvPr/>
          </p:nvSpPr>
          <p:spPr>
            <a:xfrm>
              <a:off x="8215925" y="4315547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  <p:sp>
          <p:nvSpPr>
            <p:cNvPr id="53" name="52 Rectángulo"/>
            <p:cNvSpPr/>
            <p:nvPr/>
          </p:nvSpPr>
          <p:spPr>
            <a:xfrm>
              <a:off x="8096142" y="4150067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4" name="53 Rectángulo"/>
            <p:cNvSpPr/>
            <p:nvPr/>
          </p:nvSpPr>
          <p:spPr>
            <a:xfrm>
              <a:off x="8137648" y="4007038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5" name="54 Rectángulo"/>
            <p:cNvSpPr/>
            <p:nvPr/>
          </p:nvSpPr>
          <p:spPr>
            <a:xfrm>
              <a:off x="7261067" y="4150067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26" name="Grupo 25"/>
          <p:cNvGrpSpPr/>
          <p:nvPr/>
        </p:nvGrpSpPr>
        <p:grpSpPr>
          <a:xfrm>
            <a:off x="6280488" y="4675164"/>
            <a:ext cx="2467976" cy="914076"/>
            <a:chOff x="6280488" y="4675164"/>
            <a:chExt cx="2467976" cy="914076"/>
          </a:xfrm>
        </p:grpSpPr>
        <p:cxnSp>
          <p:nvCxnSpPr>
            <p:cNvPr id="41" name="40 Conector recto"/>
            <p:cNvCxnSpPr/>
            <p:nvPr/>
          </p:nvCxnSpPr>
          <p:spPr>
            <a:xfrm rot="5400000" flipH="1" flipV="1">
              <a:off x="6387463" y="500889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41 Conector recto"/>
            <p:cNvCxnSpPr/>
            <p:nvPr/>
          </p:nvCxnSpPr>
          <p:spPr>
            <a:xfrm rot="5400000" flipH="1" flipV="1">
              <a:off x="7180741" y="500889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42 Conector recto"/>
            <p:cNvCxnSpPr/>
            <p:nvPr/>
          </p:nvCxnSpPr>
          <p:spPr>
            <a:xfrm rot="5400000" flipH="1" flipV="1">
              <a:off x="7974019" y="5008899"/>
              <a:ext cx="667469" cy="0"/>
            </a:xfrm>
            <a:prstGeom prst="line">
              <a:avLst/>
            </a:prstGeom>
            <a:ln w="38100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43 Rectángulo"/>
            <p:cNvSpPr/>
            <p:nvPr/>
          </p:nvSpPr>
          <p:spPr>
            <a:xfrm>
              <a:off x="6280488" y="5342633"/>
              <a:ext cx="2467976" cy="47676"/>
            </a:xfrm>
            <a:prstGeom prst="rect">
              <a:avLst/>
            </a:prstGeom>
            <a:solidFill>
              <a:srgbClr val="FFC00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r>
                <a:rPr lang="es-ES" dirty="0"/>
                <a:t> </a:t>
              </a:r>
            </a:p>
          </p:txBody>
        </p:sp>
        <p:sp>
          <p:nvSpPr>
            <p:cNvPr id="49" name="48 CuadroTexto"/>
            <p:cNvSpPr txBox="1"/>
            <p:nvPr/>
          </p:nvSpPr>
          <p:spPr>
            <a:xfrm>
              <a:off x="6625444" y="5365084"/>
              <a:ext cx="191508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A</a:t>
              </a:r>
            </a:p>
          </p:txBody>
        </p:sp>
        <p:sp>
          <p:nvSpPr>
            <p:cNvPr id="50" name="49 CuadroTexto"/>
            <p:cNvSpPr txBox="1"/>
            <p:nvPr/>
          </p:nvSpPr>
          <p:spPr>
            <a:xfrm>
              <a:off x="7419703" y="5365084"/>
              <a:ext cx="189545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B</a:t>
              </a:r>
            </a:p>
          </p:txBody>
        </p:sp>
        <p:sp>
          <p:nvSpPr>
            <p:cNvPr id="51" name="50 CuadroTexto"/>
            <p:cNvSpPr txBox="1"/>
            <p:nvPr/>
          </p:nvSpPr>
          <p:spPr>
            <a:xfrm>
              <a:off x="8215925" y="5365084"/>
              <a:ext cx="183659" cy="224156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6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C</a:t>
              </a:r>
            </a:p>
          </p:txBody>
        </p:sp>
        <p:sp>
          <p:nvSpPr>
            <p:cNvPr id="52" name="51 Rectángulo"/>
            <p:cNvSpPr/>
            <p:nvPr/>
          </p:nvSpPr>
          <p:spPr>
            <a:xfrm>
              <a:off x="6434736" y="5199604"/>
              <a:ext cx="572923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6" name="55 Rectángulo"/>
            <p:cNvSpPr/>
            <p:nvPr/>
          </p:nvSpPr>
          <p:spPr>
            <a:xfrm>
              <a:off x="7261067" y="5199604"/>
              <a:ext cx="506817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7" name="56 Rectángulo"/>
            <p:cNvSpPr/>
            <p:nvPr/>
          </p:nvSpPr>
          <p:spPr>
            <a:xfrm>
              <a:off x="7302864" y="5056575"/>
              <a:ext cx="423221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58" name="57 Rectángulo"/>
            <p:cNvSpPr/>
            <p:nvPr/>
          </p:nvSpPr>
          <p:spPr>
            <a:xfrm>
              <a:off x="7344370" y="4913546"/>
              <a:ext cx="335079" cy="143029"/>
            </a:xfrm>
            <a:prstGeom prst="rect">
              <a:avLst/>
            </a:prstGeom>
            <a:solidFill>
              <a:srgbClr val="92D050"/>
            </a:solidFill>
            <a:ln w="19050">
              <a:solidFill>
                <a:schemeClr val="accent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grpSp>
        <p:nvGrpSpPr>
          <p:cNvPr id="3" name="60 Grupo"/>
          <p:cNvGrpSpPr/>
          <p:nvPr/>
        </p:nvGrpSpPr>
        <p:grpSpPr>
          <a:xfrm>
            <a:off x="1459541" y="4293096"/>
            <a:ext cx="3303020" cy="1498402"/>
            <a:chOff x="1891589" y="4891518"/>
            <a:chExt cx="3303020" cy="1498402"/>
          </a:xfrm>
        </p:grpSpPr>
        <p:pic>
          <p:nvPicPr>
            <p:cNvPr id="59" name="58 Imagen" descr="Tower_of_Hanoi_4.gif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51720" y="4891518"/>
              <a:ext cx="3048000" cy="119062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60" name="59 CuadroTexto"/>
            <p:cNvSpPr txBox="1"/>
            <p:nvPr/>
          </p:nvSpPr>
          <p:spPr>
            <a:xfrm>
              <a:off x="1891589" y="6082143"/>
              <a:ext cx="3303020" cy="307777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es-ES" sz="14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Simulación para 4 discos (wikipedia.org)</a:t>
              </a:r>
            </a:p>
          </p:txBody>
        </p:sp>
      </p:grpSp>
      <p:sp>
        <p:nvSpPr>
          <p:cNvPr id="62" name="61 CuadroTexto"/>
          <p:cNvSpPr txBox="1"/>
          <p:nvPr/>
        </p:nvSpPr>
        <p:spPr>
          <a:xfrm>
            <a:off x="6394943" y="980728"/>
            <a:ext cx="2239076" cy="33855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Mover 3 discos de A </a:t>
            </a:r>
            <a:r>
              <a:rPr lang="es-E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</a:t>
            </a:r>
            <a:r>
              <a:rPr lang="es-E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B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Las </a:t>
            </a:r>
            <a:r>
              <a:rPr lang="es-ES" i="1" dirty="0"/>
              <a:t>Torres de Hanoi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1033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29600" cy="5110178"/>
          </a:xfrm>
        </p:spPr>
        <p:txBody>
          <a:bodyPr>
            <a:normAutofit lnSpcReduction="10000"/>
          </a:bodyPr>
          <a:lstStyle/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Caso base: no quedan discos que mover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...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void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hanoi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n,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origen,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destino,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char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auxiliar)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(n &gt;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hanoi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(n -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, origen, auxiliar, destino);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Mostrar(origen + " --&gt; " + destino 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  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hanoi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(n -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, auxiliar, destino, origen);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}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}</a:t>
            </a:r>
          </a:p>
          <a:p>
            <a:pPr lvl="1" indent="1588">
              <a:spcBef>
                <a:spcPts val="0"/>
              </a:spcBef>
              <a:buNone/>
            </a:pPr>
            <a:endParaRPr lang="es-ES" sz="18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main() {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n;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Mostrar(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"Número de torres: "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n = Introduce();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 err="1">
                <a:latin typeface="Consolas" pitchFamily="49" charset="0"/>
                <a:cs typeface="Consolas" pitchFamily="49" charset="0"/>
              </a:rPr>
              <a:t>hanoi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(n,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'A'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'C'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,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'B'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);</a:t>
            </a:r>
          </a:p>
          <a:p>
            <a:pPr lvl="1" indent="1588">
              <a:spcBef>
                <a:spcPts val="0"/>
              </a:spcBef>
              <a:buNone/>
            </a:pPr>
            <a:endParaRPr lang="es-ES" sz="1800" dirty="0">
              <a:latin typeface="Consolas" pitchFamily="49" charset="0"/>
              <a:cs typeface="Consolas" pitchFamily="49" charset="0"/>
            </a:endParaRP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   </a:t>
            </a:r>
            <a:r>
              <a:rPr lang="es-ES" sz="18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 </a:t>
            </a:r>
            <a:r>
              <a:rPr lang="es-ES" sz="18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s-ES" sz="1800" dirty="0">
                <a:latin typeface="Consolas" pitchFamily="49" charset="0"/>
                <a:cs typeface="Consolas" pitchFamily="49" charset="0"/>
              </a:rPr>
              <a:t>;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sz="1800" dirty="0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5 CuadroTexto"/>
          <p:cNvSpPr txBox="1"/>
          <p:nvPr/>
        </p:nvSpPr>
        <p:spPr>
          <a:xfrm>
            <a:off x="7366184" y="404664"/>
            <a:ext cx="1324402" cy="369332"/>
          </a:xfrm>
          <a:prstGeom prst="rect">
            <a:avLst/>
          </a:prstGeom>
          <a:solidFill>
            <a:srgbClr val="C000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s-E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itchFamily="49" charset="0"/>
              </a:rPr>
              <a:t>hanoi.cpp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9342" y="3254236"/>
            <a:ext cx="1780223" cy="3080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11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0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11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1000"/>
                                        <p:tgtEl>
                                          <p:spTgt spid="1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11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0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1034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1260172" y="3044280"/>
            <a:ext cx="6623993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Recursión frente a iteración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Recursión frente a iteración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1035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1124744"/>
            <a:ext cx="8291264" cy="4966162"/>
          </a:xfrm>
        </p:spPr>
        <p:txBody>
          <a:bodyPr numCol="2">
            <a:noAutofit/>
          </a:bodyPr>
          <a:lstStyle/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factorial(</a:t>
            </a: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n) {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600" dirty="0">
                <a:solidFill>
                  <a:srgbClr val="FFC000"/>
                </a:solidFill>
                <a:latin typeface="Consolas" pitchFamily="49" charset="0"/>
                <a:cs typeface="Consolas" pitchFamily="49" charset="0"/>
              </a:rPr>
              <a:t>int 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fact;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n-US" sz="16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6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if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(n == </a:t>
            </a:r>
            <a:r>
              <a:rPr lang="en-U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0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 {</a:t>
            </a:r>
            <a:endParaRPr lang="en-US" sz="1600" dirty="0">
              <a:solidFill>
                <a:srgbClr val="92D050"/>
              </a:solidFill>
              <a:latin typeface="Consolas" pitchFamily="49" charset="0"/>
              <a:cs typeface="Consolas" pitchFamily="49" charset="0"/>
            </a:endParaRP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fact = </a:t>
            </a:r>
            <a:r>
              <a:rPr lang="en-U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;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6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else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{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   fact = n * factorial(n - </a:t>
            </a:r>
            <a:r>
              <a:rPr lang="en-US" sz="1600" dirty="0">
                <a:solidFill>
                  <a:srgbClr val="FFFF00"/>
                </a:solidFill>
                <a:latin typeface="Consolas" pitchFamily="49" charset="0"/>
                <a:cs typeface="Consolas" pitchFamily="49" charset="0"/>
              </a:rPr>
              <a:t>1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);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}</a:t>
            </a: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endParaRPr lang="en-US" sz="16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marL="0" lvl="1" indent="1588">
              <a:spcBef>
                <a:spcPts val="0"/>
              </a:spcBef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en-US" sz="1600" dirty="0">
                <a:solidFill>
                  <a:srgbClr val="009DD9">
                    <a:lumMod val="60000"/>
                    <a:lumOff val="40000"/>
                  </a:srgbClr>
                </a:solidFill>
                <a:latin typeface="Consolas" pitchFamily="49" charset="0"/>
                <a:cs typeface="Consolas" pitchFamily="49" charset="0"/>
              </a:rPr>
              <a:t>return</a:t>
            </a: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 fact;</a:t>
            </a:r>
          </a:p>
          <a:p>
            <a:pPr marL="0" lvl="1" indent="1588">
              <a:spcBef>
                <a:spcPts val="0"/>
              </a:spcBef>
              <a:spcAft>
                <a:spcPts val="600"/>
              </a:spcAft>
              <a:buClr>
                <a:srgbClr val="04617B">
                  <a:lumMod val="20000"/>
                  <a:lumOff val="80000"/>
                </a:srgbClr>
              </a:buClr>
              <a:buNone/>
            </a:pPr>
            <a:r>
              <a:rPr lang="en-US" sz="1600" dirty="0">
                <a:solidFill>
                  <a:prstClr val="white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s-ES" sz="1600" dirty="0">
              <a:solidFill>
                <a:prstClr val="white"/>
              </a:solidFill>
              <a:latin typeface="Consolas" pitchFamily="49" charset="0"/>
              <a:cs typeface="Consolas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endParaRPr lang="en-US" sz="1600" i="0" dirty="0">
              <a:solidFill>
                <a:srgbClr val="FFC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r>
              <a:rPr lang="en-US" sz="1600" i="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factorial(</a:t>
            </a:r>
            <a:r>
              <a:rPr lang="en-US" sz="1600" i="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n) {</a:t>
            </a:r>
          </a:p>
          <a:p>
            <a:pPr indent="1588">
              <a:spcBef>
                <a:spcPts val="0"/>
              </a:spcBef>
            </a:pPr>
            <a:r>
              <a:rPr lang="en-US" sz="1600" i="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fact = </a:t>
            </a:r>
            <a:r>
              <a:rPr lang="en-US" sz="1600" i="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 indent="1588">
              <a:spcBef>
                <a:spcPts val="0"/>
              </a:spcBef>
            </a:pPr>
            <a:endParaRPr lang="en-US" sz="1600" i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indent="1588">
              <a:spcBef>
                <a:spcPts val="0"/>
              </a:spcBef>
            </a:pPr>
            <a:r>
              <a:rPr lang="en-US" sz="1600" i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i="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600" i="0" dirty="0">
                <a:solidFill>
                  <a:srgbClr val="FFC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i = </a:t>
            </a:r>
            <a:r>
              <a:rPr lang="en-US" sz="1600" i="0" dirty="0">
                <a:solidFill>
                  <a:srgbClr val="FFFF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; i &lt;= n; i++) {</a:t>
            </a:r>
          </a:p>
          <a:p>
            <a:pPr indent="1588">
              <a:spcBef>
                <a:spcPts val="0"/>
              </a:spcBef>
            </a:pP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     fact = fact * i;</a:t>
            </a:r>
          </a:p>
          <a:p>
            <a:pPr indent="1588">
              <a:spcBef>
                <a:spcPts val="0"/>
              </a:spcBef>
            </a:pP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  }</a:t>
            </a:r>
          </a:p>
          <a:p>
            <a:pPr indent="1588">
              <a:spcBef>
                <a:spcPts val="0"/>
              </a:spcBef>
            </a:pP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pPr indent="1588">
              <a:spcBef>
                <a:spcPts val="0"/>
              </a:spcBef>
            </a:pP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600" i="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 fact;</a:t>
            </a:r>
          </a:p>
          <a:p>
            <a:pPr indent="1588">
              <a:spcBef>
                <a:spcPts val="0"/>
              </a:spcBef>
            </a:pPr>
            <a:r>
              <a:rPr lang="en-US" sz="1600" i="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indent="1588">
              <a:spcBef>
                <a:spcPts val="0"/>
              </a:spcBef>
            </a:pPr>
            <a:endParaRPr lang="en-US" sz="1600" i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6" name="Conector recto 5"/>
          <p:cNvCxnSpPr/>
          <p:nvPr/>
        </p:nvCxnSpPr>
        <p:spPr>
          <a:xfrm>
            <a:off x="4463152" y="1052736"/>
            <a:ext cx="0" cy="3672408"/>
          </a:xfrm>
          <a:prstGeom prst="line">
            <a:avLst/>
          </a:prstGeom>
          <a:ln w="12700">
            <a:solidFill>
              <a:srgbClr val="FFC000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1264528"/>
      </p:ext>
    </p:extLst>
  </p:cSld>
  <p:clrMapOvr>
    <a:masterClrMapping/>
  </p:clrMapOvr>
  <p:transition spd="med">
    <p:wipe dir="d"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Recursión frente a iteración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1036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91264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¿Qué es preferible?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Cualquier algoritmo recursivo tiene uno iterativo equivalente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Los recursivos son menos eficientes que los iterativos:</a:t>
            </a: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Sobrecarga de las llamadas a subprograma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Si hay una versión iterativa sencilla, será preferible a la recursiva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En ocasiones la versión recursiva es mucho más simple</a:t>
            </a:r>
          </a:p>
          <a:p>
            <a:pPr marL="714375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Será preferible si no hay requisitos de rendimiento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i="1" dirty="0"/>
          </a:p>
        </p:txBody>
      </p:sp>
    </p:spTree>
    <p:extLst>
      <p:ext uri="{BB962C8B-B14F-4D97-AF65-F5344CB8AC3E}">
        <p14:creationId xmlns:p14="http://schemas.microsoft.com/office/powerpoint/2010/main" val="3712224969"/>
      </p:ext>
    </p:extLst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Fundamentos de la programación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1037</a:t>
            </a:fld>
            <a:endParaRPr lang="en-US" dirty="0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1219200" y="6356350"/>
            <a:ext cx="5567378" cy="365125"/>
          </a:xfrm>
        </p:spPr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6" name="5 Rectángulo"/>
          <p:cNvSpPr/>
          <p:nvPr/>
        </p:nvSpPr>
        <p:spPr>
          <a:xfrm>
            <a:off x="870520" y="3044280"/>
            <a:ext cx="7403309" cy="76944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/>
            <a:r>
              <a:rPr lang="es-ES" sz="4400" b="1" dirty="0">
                <a:ln>
                  <a:solidFill>
                    <a:srgbClr val="0070C0"/>
                  </a:solidFill>
                </a:ln>
                <a:solidFill>
                  <a:srgbClr val="04617B">
                    <a:lumMod val="20000"/>
                    <a:lumOff val="80000"/>
                  </a:srgb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+mj-ea"/>
                <a:cs typeface="+mj-cs"/>
              </a:rPr>
              <a:t>Estructuras de datos recursivas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 de datos recursivas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1038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363272" cy="5110178"/>
          </a:xfrm>
        </p:spPr>
        <p:txBody>
          <a:bodyPr>
            <a:normAutofit fontScale="92500" lnSpcReduction="10000"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Definición recursiva de listas</a:t>
            </a:r>
          </a:p>
          <a:p>
            <a:pPr lvl="1" indent="1588">
              <a:spcBef>
                <a:spcPts val="0"/>
              </a:spcBef>
              <a:buNone/>
            </a:pPr>
            <a:r>
              <a:rPr lang="es-ES" dirty="0"/>
              <a:t>Ya hemos definido de forma recursiva alguna estructura de datos: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Las listas son secuencias: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dirty="0"/>
          </a:p>
          <a:p>
            <a:pPr lvl="1" indent="1588">
              <a:spcBef>
                <a:spcPts val="0"/>
              </a:spcBef>
              <a:buNone/>
            </a:pPr>
            <a:endParaRPr lang="es-ES" dirty="0"/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La lista 1, 2, 3 consiste en el elemento 1 seguido de la lista 2, 3, que,</a:t>
            </a:r>
            <a:br>
              <a:rPr lang="es-ES" sz="2000" dirty="0"/>
            </a:br>
            <a:r>
              <a:rPr lang="es-ES" sz="2000" dirty="0"/>
              <a:t>a su vez, consiste en el elemento 2 seguido de la lista 3, que, a su vez,</a:t>
            </a:r>
            <a:br>
              <a:rPr lang="es-ES" sz="2000" dirty="0"/>
            </a:br>
            <a:r>
              <a:rPr lang="es-ES" sz="2000" dirty="0"/>
              <a:t>consiste en el elemento 3 seguido de la lista vacía (caso base)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Hay otras estructuras con naturaleza recursiva (</a:t>
            </a:r>
            <a:r>
              <a:rPr lang="es-ES" sz="2000" dirty="0" err="1"/>
              <a:t>p.e</a:t>
            </a:r>
            <a:r>
              <a:rPr lang="es-ES" sz="2000" dirty="0"/>
              <a:t>., los árboles)</a:t>
            </a:r>
            <a:br>
              <a:rPr lang="es-ES" sz="2000" dirty="0"/>
            </a:br>
            <a:endParaRPr lang="es-ES" sz="2000" dirty="0"/>
          </a:p>
        </p:txBody>
      </p:sp>
      <p:sp>
        <p:nvSpPr>
          <p:cNvPr id="6" name="5 Rectángulo"/>
          <p:cNvSpPr/>
          <p:nvPr/>
        </p:nvSpPr>
        <p:spPr>
          <a:xfrm>
            <a:off x="2489793" y="2615892"/>
            <a:ext cx="396159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066925" algn="l"/>
              </a:tabLs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secuencia vacía (ningún elemento)</a:t>
            </a:r>
          </a:p>
        </p:txBody>
      </p:sp>
      <p:sp>
        <p:nvSpPr>
          <p:cNvPr id="8" name="7 Rectángulo"/>
          <p:cNvSpPr/>
          <p:nvPr/>
        </p:nvSpPr>
        <p:spPr>
          <a:xfrm>
            <a:off x="2489793" y="2039828"/>
            <a:ext cx="40264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066925"/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elemento seguido de una </a:t>
            </a: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secuencia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959542" y="2140499"/>
            <a:ext cx="1477269" cy="792000"/>
            <a:chOff x="959542" y="2140499"/>
            <a:chExt cx="1477269" cy="792000"/>
          </a:xfrm>
        </p:grpSpPr>
        <p:sp>
          <p:nvSpPr>
            <p:cNvPr id="7" name="6 Rectángulo"/>
            <p:cNvSpPr/>
            <p:nvPr/>
          </p:nvSpPr>
          <p:spPr>
            <a:xfrm>
              <a:off x="959542" y="2327860"/>
              <a:ext cx="126829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Secuencia</a:t>
              </a:r>
            </a:p>
          </p:txBody>
        </p:sp>
        <p:sp>
          <p:nvSpPr>
            <p:cNvPr id="9" name="8 Abrir llave"/>
            <p:cNvSpPr/>
            <p:nvPr/>
          </p:nvSpPr>
          <p:spPr>
            <a:xfrm>
              <a:off x="2220811" y="2140499"/>
              <a:ext cx="216000" cy="792000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10" name="9 Rectángulo"/>
          <p:cNvSpPr/>
          <p:nvPr/>
        </p:nvSpPr>
        <p:spPr>
          <a:xfrm>
            <a:off x="1999067" y="4005064"/>
            <a:ext cx="514756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tabLst>
                <a:tab pos="2066925" algn="l"/>
              </a:tabLst>
            </a:pPr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lista vacía (ningún elemento)	(Caso base)</a:t>
            </a:r>
          </a:p>
        </p:txBody>
      </p:sp>
      <p:sp>
        <p:nvSpPr>
          <p:cNvPr id="13" name="12 Rectángulo"/>
          <p:cNvSpPr/>
          <p:nvPr/>
        </p:nvSpPr>
        <p:spPr>
          <a:xfrm>
            <a:off x="1999067" y="3429000"/>
            <a:ext cx="34204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2066925"/>
            <a:r>
              <a:rPr lang="es-E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elemento seguido de una </a:t>
            </a:r>
            <a:r>
              <a:rPr lang="es-ES" sz="20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lista</a:t>
            </a:r>
          </a:p>
        </p:txBody>
      </p:sp>
      <p:grpSp>
        <p:nvGrpSpPr>
          <p:cNvPr id="15" name="Grupo 14"/>
          <p:cNvGrpSpPr/>
          <p:nvPr/>
        </p:nvGrpSpPr>
        <p:grpSpPr>
          <a:xfrm>
            <a:off x="971600" y="3548721"/>
            <a:ext cx="951243" cy="792000"/>
            <a:chOff x="959542" y="3654637"/>
            <a:chExt cx="951243" cy="792000"/>
          </a:xfrm>
        </p:grpSpPr>
        <p:sp>
          <p:nvSpPr>
            <p:cNvPr id="12" name="11 Rectángulo"/>
            <p:cNvSpPr/>
            <p:nvPr/>
          </p:nvSpPr>
          <p:spPr>
            <a:xfrm>
              <a:off x="959542" y="3841998"/>
              <a:ext cx="71526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s-ES" sz="2000" dirty="0">
                  <a:solidFill>
                    <a:srgbClr val="FFC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mbria" pitchFamily="18" charset="0"/>
                </a:rPr>
                <a:t>Lista</a:t>
              </a:r>
            </a:p>
          </p:txBody>
        </p:sp>
        <p:sp>
          <p:nvSpPr>
            <p:cNvPr id="14" name="13 Abrir llave"/>
            <p:cNvSpPr/>
            <p:nvPr/>
          </p:nvSpPr>
          <p:spPr>
            <a:xfrm>
              <a:off x="1694785" y="3654637"/>
              <a:ext cx="216000" cy="792000"/>
            </a:xfrm>
            <a:prstGeom prst="leftBrace">
              <a:avLst>
                <a:gd name="adj1" fmla="val 33898"/>
                <a:gd name="adj2" fmla="val 50000"/>
              </a:avLst>
            </a:prstGeom>
            <a:ln w="28575">
              <a:solidFill>
                <a:srgbClr val="FFC00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/>
      <p:bldP spid="13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Estructuras de datos recursivas</a:t>
            </a:r>
            <a:endParaRPr lang="es-ES" dirty="0">
              <a:latin typeface="Consolas" pitchFamily="49" charset="0"/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 dirty="0"/>
              <a:t>Página</a:t>
            </a:r>
            <a:r>
              <a:rPr lang="en-US" dirty="0"/>
              <a:t> </a:t>
            </a:r>
            <a:fld id="{042AED99-7FB4-404E-8A97-64753DCE42EC}" type="slidenum">
              <a:rPr lang="en-US" smtClean="0"/>
              <a:pPr/>
              <a:t>1039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11" name="2 Marcador de contenido"/>
          <p:cNvSpPr>
            <a:spLocks noGrp="1"/>
          </p:cNvSpPr>
          <p:nvPr>
            <p:ph idx="1"/>
          </p:nvPr>
        </p:nvSpPr>
        <p:spPr>
          <a:xfrm>
            <a:off x="457200" y="980728"/>
            <a:ext cx="8291264" cy="5110178"/>
          </a:xfrm>
        </p:spPr>
        <p:txBody>
          <a:bodyPr>
            <a:normAutofit/>
          </a:bodyPr>
          <a:lstStyle/>
          <a:p>
            <a:pPr indent="1588">
              <a:spcBef>
                <a:spcPts val="0"/>
              </a:spcBef>
              <a:spcAft>
                <a:spcPts val="1200"/>
              </a:spcAft>
            </a:pPr>
            <a:r>
              <a:rPr lang="es-ES" sz="2800" dirty="0">
                <a:solidFill>
                  <a:schemeClr val="bg2">
                    <a:lumMod val="20000"/>
                    <a:lumOff val="80000"/>
                  </a:schemeClr>
                </a:solidFill>
              </a:rPr>
              <a:t>Procesamiento de estructuras de datos recursivas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dirty="0"/>
              <a:t>Naturaleza recursiva de las estructuras: procesamiento recursivo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Procesar (lista):</a:t>
            </a:r>
          </a:p>
          <a:p>
            <a:pPr marL="71278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Si lista no vacía (caso base):</a:t>
            </a: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Procesar el primer elemento de la lista // Código anterior</a:t>
            </a: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Procesar (resto(lista))</a:t>
            </a:r>
          </a:p>
          <a:p>
            <a:pPr marL="1074738" lvl="1" indent="1588">
              <a:spcBef>
                <a:spcPts val="0"/>
              </a:spcBef>
              <a:spcAft>
                <a:spcPts val="600"/>
              </a:spcAft>
              <a:buNone/>
            </a:pPr>
            <a:r>
              <a:rPr lang="es-ES" i="1" dirty="0"/>
              <a:t>Procesar el primer elemento de la lista // Código posterior</a:t>
            </a:r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endParaRPr lang="es-ES" i="1" dirty="0"/>
          </a:p>
          <a:p>
            <a:pPr lvl="1" indent="1588">
              <a:spcBef>
                <a:spcPts val="600"/>
              </a:spcBef>
              <a:spcAft>
                <a:spcPts val="600"/>
              </a:spcAft>
              <a:buNone/>
            </a:pPr>
            <a:r>
              <a:rPr lang="es-ES" i="1" dirty="0"/>
              <a:t>resto(lista)</a:t>
            </a:r>
            <a:r>
              <a:rPr lang="es-ES" dirty="0"/>
              <a:t>: sublista tras quitar el primer elemento</a:t>
            </a:r>
          </a:p>
          <a:p>
            <a:pPr lvl="1" indent="1588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</p:txBody>
      </p:sp>
    </p:spTree>
  </p:cSld>
  <p:clrMapOvr>
    <a:masterClrMapping/>
  </p:clrMapOvr>
  <p:transition spd="med">
    <p:wipe dir="d"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90736"/>
            <a:ext cx="8229600" cy="500066"/>
          </a:xfrm>
        </p:spPr>
        <p:txBody>
          <a:bodyPr/>
          <a:lstStyle/>
          <a:p>
            <a:r>
              <a:rPr lang="es-ES" dirty="0"/>
              <a:t>Acerca de </a:t>
            </a:r>
            <a:r>
              <a:rPr lang="es-ES" i="1" dirty="0" err="1"/>
              <a:t>Creative</a:t>
            </a:r>
            <a:r>
              <a:rPr lang="es-ES" i="1" dirty="0"/>
              <a:t> </a:t>
            </a:r>
            <a:r>
              <a:rPr lang="es-ES" i="1" dirty="0" err="1"/>
              <a:t>Commons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052736"/>
            <a:ext cx="8229600" cy="5128988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s-ES" dirty="0"/>
              <a:t>Licencia CC (</a:t>
            </a:r>
            <a:r>
              <a:rPr lang="es-ES" dirty="0" err="1">
                <a:hlinkClick r:id="rId2"/>
              </a:rPr>
              <a:t>Creative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Commons</a:t>
            </a:r>
            <a:r>
              <a:rPr lang="es-ES" dirty="0"/>
              <a:t>)</a:t>
            </a:r>
            <a:endParaRPr lang="es-ES" i="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tipo de licencias ofrecen algunos derechos a terceras personas bajo ciertas condiciones.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Este documento tiene establecidas las siguientes:</a:t>
            </a:r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endParaRPr lang="es-ES" sz="2000" dirty="0"/>
          </a:p>
          <a:p>
            <a:pPr marL="361950" lvl="1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s-ES" sz="2000" dirty="0"/>
              <a:t>Pulsa en la imagen de arriba a la derecha para saber más.</a:t>
            </a: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Fundamentos de la programación: Introducción a la recursión</a:t>
            </a: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s-ES"/>
              <a:t>Página</a:t>
            </a:r>
            <a:r>
              <a:rPr lang="en-US"/>
              <a:t> </a:t>
            </a:r>
            <a:fld id="{042AED99-7FB4-404E-8A97-64753DCE42EC}" type="slidenum">
              <a:rPr lang="en-US" smtClean="0"/>
              <a:pPr/>
              <a:t>1040</a:t>
            </a:fld>
            <a:endParaRPr lang="en-US" dirty="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auto">
          <a:xfrm>
            <a:off x="1547664" y="2757115"/>
            <a:ext cx="6543458" cy="26161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Reconocimiento (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Attribution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En cualquier explotación de la obra autorizada por la licencia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hará falta reconocer la autoría.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 comercial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Non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commercial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de la obra queda limitada a usos no comerciales.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Compartir igual (</a:t>
            </a:r>
            <a:r>
              <a:rPr kumimoji="0" lang="es-ES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Share </a:t>
            </a:r>
            <a:r>
              <a:rPr kumimoji="0" lang="es-ES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alike</a:t>
            </a: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):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La explotación autorizada incluye la creación de obras derivadas </a:t>
            </a:r>
            <a:b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</a:br>
            <a:r>
              <a:rPr kumimoji="0" lang="es-E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" pitchFamily="18" charset="0"/>
              </a:rPr>
              <a:t>siempre que mantengan la misma licencia al ser divulgadas.</a:t>
            </a:r>
          </a:p>
        </p:txBody>
      </p:sp>
      <p:pic>
        <p:nvPicPr>
          <p:cNvPr id="45065" name="Picture 9" descr="attribution"/>
          <p:cNvPicPr>
            <a:picLocks noChangeAspect="1" noChangeArrowheads="1"/>
          </p:cNvPicPr>
          <p:nvPr/>
        </p:nvPicPr>
        <p:blipFill>
          <a:blip r:embed="rId3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2757115"/>
            <a:ext cx="409575" cy="409575"/>
          </a:xfrm>
          <a:prstGeom prst="rect">
            <a:avLst/>
          </a:prstGeom>
          <a:noFill/>
        </p:spPr>
      </p:pic>
      <p:pic>
        <p:nvPicPr>
          <p:cNvPr id="45066" name="Picture 10" descr="non commercial"/>
          <p:cNvPicPr>
            <a:picLocks noChangeAspect="1" noChangeArrowheads="1"/>
          </p:cNvPicPr>
          <p:nvPr/>
        </p:nvPicPr>
        <p:blipFill>
          <a:blip r:embed="rId4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3746155"/>
            <a:ext cx="409575" cy="409575"/>
          </a:xfrm>
          <a:prstGeom prst="rect">
            <a:avLst/>
          </a:prstGeom>
          <a:noFill/>
        </p:spPr>
      </p:pic>
      <p:pic>
        <p:nvPicPr>
          <p:cNvPr id="45068" name="Picture 12" descr="share alike"/>
          <p:cNvPicPr>
            <a:picLocks noChangeAspect="1" noChangeArrowheads="1"/>
          </p:cNvPicPr>
          <p:nvPr/>
        </p:nvPicPr>
        <p:blipFill>
          <a:blip r:embed="rId5" cstate="print">
            <a:lum bright="70000" contrast="-70000"/>
          </a:blip>
          <a:srcRect/>
          <a:stretch>
            <a:fillRect/>
          </a:stretch>
        </p:blipFill>
        <p:spPr bwMode="auto">
          <a:xfrm>
            <a:off x="1138089" y="4416700"/>
            <a:ext cx="409575" cy="409575"/>
          </a:xfrm>
          <a:prstGeom prst="rect">
            <a:avLst/>
          </a:prstGeom>
          <a:noFill/>
        </p:spPr>
      </p:pic>
      <p:pic>
        <p:nvPicPr>
          <p:cNvPr id="18" name="17 Imagen" descr="CreativeCommons.png">
            <a:hlinkClick r:id="rId6"/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29454" y="400273"/>
            <a:ext cx="1919288" cy="671513"/>
          </a:xfrm>
          <a:prstGeom prst="rect">
            <a:avLst/>
          </a:prstGeom>
        </p:spPr>
      </p:pic>
    </p:spTree>
  </p:cSld>
  <p:clrMapOvr>
    <a:masterClrMapping/>
  </p:clrMapOvr>
  <p:transition spd="med">
    <p:wipe dir="d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>
    <a:spDef>
      <a:spPr>
        <a:noFill/>
        <a:ln>
          <a:solidFill>
            <a:srgbClr val="FFC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rgbClr val="FFC000"/>
          </a:solidFill>
          <a:tailEnd type="stealth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/>
        <a:effectLst>
          <a:outerShdw blurRad="50800" dist="38100" dir="2700000" algn="tl" rotWithShape="0">
            <a:prstClr val="black">
              <a:alpha val="40000"/>
            </a:prstClr>
          </a:outerShdw>
        </a:effectLst>
      </a:spPr>
      <a:bodyPr wrap="none" rtlCol="0">
        <a:spAutoFit/>
      </a:bodyPr>
      <a:lstStyle>
        <a:defPPr algn="ctr">
          <a:spcAft>
            <a:spcPts val="600"/>
          </a:spcAft>
          <a:defRPr dirty="0" smtClean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Cambria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0</TotalTime>
  <Words>5297</Words>
  <Application>Microsoft Office PowerPoint</Application>
  <PresentationFormat>Presentación en pantalla (4:3)</PresentationFormat>
  <Paragraphs>1067</Paragraphs>
  <Slides>60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7" baseType="lpstr">
      <vt:lpstr>Calibri</vt:lpstr>
      <vt:lpstr>Cambria</vt:lpstr>
      <vt:lpstr>Consolas</vt:lpstr>
      <vt:lpstr>Constantia</vt:lpstr>
      <vt:lpstr>Wingdings</vt:lpstr>
      <vt:lpstr>Wingdings 2</vt:lpstr>
      <vt:lpstr>Flow</vt:lpstr>
      <vt:lpstr>Introducción a la recursión</vt:lpstr>
      <vt:lpstr>Fundamentos de la programación</vt:lpstr>
      <vt:lpstr>Concepto de recursión</vt:lpstr>
      <vt:lpstr>Definiciones recursivas</vt:lpstr>
      <vt:lpstr>Fundamentos de la programación</vt:lpstr>
      <vt:lpstr>Algoritmos recursivos</vt:lpstr>
      <vt:lpstr>Algoritmos recursivos</vt:lpstr>
      <vt:lpstr>Algoritmos recursivos</vt:lpstr>
      <vt:lpstr>Fundamentos de la programación</vt:lpstr>
      <vt:lpstr>Modelo de ejecución</vt:lpstr>
      <vt:lpstr>La pila del sistema (stack)</vt:lpstr>
      <vt:lpstr>La pila del sistema (stack)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La pila y las llamadas a función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Ejecución de la función factorial()</vt:lpstr>
      <vt:lpstr>Fundamentos de la programación</vt:lpstr>
      <vt:lpstr>Recursión simple</vt:lpstr>
      <vt:lpstr>Recursión múltiple</vt:lpstr>
      <vt:lpstr>Recursión múltiple</vt:lpstr>
      <vt:lpstr>Recursión anidada</vt:lpstr>
      <vt:lpstr>Recursión anidada</vt:lpstr>
      <vt:lpstr>Recursión anidada</vt:lpstr>
      <vt:lpstr>Recursión anidada</vt:lpstr>
      <vt:lpstr>Fundamentos de la programación</vt:lpstr>
      <vt:lpstr>Búsqueda binaria</vt:lpstr>
      <vt:lpstr>Búsqueda binaria</vt:lpstr>
      <vt:lpstr>Búsqueda binaria</vt:lpstr>
      <vt:lpstr>Las Torres de Hanoi</vt:lpstr>
      <vt:lpstr>Las Torres de Hanoi</vt:lpstr>
      <vt:lpstr>Las Torres de Hanoi</vt:lpstr>
      <vt:lpstr>Las Torres de Hanoi</vt:lpstr>
      <vt:lpstr>Las Torres de Hanoi</vt:lpstr>
      <vt:lpstr>Fundamentos de la programación</vt:lpstr>
      <vt:lpstr>Recursión frente a iteración</vt:lpstr>
      <vt:lpstr>Recursión frente a iteración</vt:lpstr>
      <vt:lpstr>Fundamentos de la programación</vt:lpstr>
      <vt:lpstr>Estructuras de datos recursivas</vt:lpstr>
      <vt:lpstr>Estructuras de datos recursivas</vt:lpstr>
      <vt:lpstr>Acerca de Creative Commons</vt:lpstr>
    </vt:vector>
  </TitlesOfParts>
  <Company>UCM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programación</dc:title>
  <dc:creator>Luis</dc:creator>
  <cp:lastModifiedBy>Miguel Ángel Campos Méndez</cp:lastModifiedBy>
  <cp:revision>998</cp:revision>
  <dcterms:created xsi:type="dcterms:W3CDTF">2010-03-20T08:32:51Z</dcterms:created>
  <dcterms:modified xsi:type="dcterms:W3CDTF">2021-11-16T13:19:34Z</dcterms:modified>
</cp:coreProperties>
</file>